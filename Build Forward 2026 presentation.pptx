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4"/>
    <p:sldMasterId id="2147483651" r:id="rId5"/>
    <p:sldMasterId id="2147483662" r:id="rId6"/>
  </p:sldMasterIdLst>
  <p:notesMasterIdLst>
    <p:notesMasterId r:id="rId25"/>
  </p:notesMasterIdLst>
  <p:sldIdLst>
    <p:sldId id="256" r:id="rId7"/>
    <p:sldId id="257" r:id="rId8"/>
    <p:sldId id="261" r:id="rId9"/>
    <p:sldId id="274" r:id="rId10"/>
    <p:sldId id="273" r:id="rId11"/>
    <p:sldId id="259" r:id="rId12"/>
    <p:sldId id="275" r:id="rId13"/>
    <p:sldId id="260" r:id="rId14"/>
    <p:sldId id="272" r:id="rId15"/>
    <p:sldId id="267" r:id="rId16"/>
    <p:sldId id="263" r:id="rId17"/>
    <p:sldId id="262" r:id="rId18"/>
    <p:sldId id="268" r:id="rId19"/>
    <p:sldId id="271" r:id="rId20"/>
    <p:sldId id="269" r:id="rId21"/>
    <p:sldId id="270" r:id="rId22"/>
    <p:sldId id="265" r:id="rId23"/>
    <p:sldId id="266" r:id="rId24"/>
  </p:sldIdLst>
  <p:sldSz cx="12190413" cy="6858000"/>
  <p:notesSz cx="6858000" cy="9144000"/>
  <p:embeddedFontLst>
    <p:embeddedFont>
      <p:font typeface="Ink Free" panose="03080402000500000000" pitchFamily="66" charset="0"/>
      <p:regular r:id="rId26"/>
    </p:embeddedFont>
    <p:embeddedFont>
      <p:font typeface="Libre Franklin" pitchFamily="2" charset="0"/>
      <p:regular r:id="rId27"/>
      <p:bold r:id="rId28"/>
      <p:italic r:id="rId29"/>
      <p:boldItalic r:id="rId30"/>
    </p:embeddedFont>
    <p:embeddedFont>
      <p:font typeface="Libre Franklin Medium" pitchFamily="2" charset="0"/>
      <p:regular r:id="rId31"/>
      <p:bold r:id="rId32"/>
      <p:italic r:id="rId33"/>
      <p:boldItalic r:id="rId34"/>
    </p:embeddedFont>
    <p:embeddedFont>
      <p:font typeface="Roboto Medium" panose="02000000000000000000" pitchFamily="2"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0">
          <p15:clr>
            <a:srgbClr val="A4A3A4"/>
          </p15:clr>
        </p15:guide>
        <p15:guide id="2" orient="horz" pos="681">
          <p15:clr>
            <a:srgbClr val="A4A3A4"/>
          </p15:clr>
        </p15:guide>
        <p15:guide id="3" orient="horz" pos="1480">
          <p15:clr>
            <a:srgbClr val="A4A3A4"/>
          </p15:clr>
        </p15:guide>
        <p15:guide id="4" orient="horz" pos="2432">
          <p15:clr>
            <a:srgbClr val="A4A3A4"/>
          </p15:clr>
        </p15:guide>
        <p15:guide id="5" orient="horz" pos="4156">
          <p15:clr>
            <a:srgbClr val="A4A3A4"/>
          </p15:clr>
        </p15:guide>
        <p15:guide id="6" orient="horz" pos="4194">
          <p15:clr>
            <a:srgbClr val="A4A3A4"/>
          </p15:clr>
        </p15:guide>
        <p15:guide id="7" orient="horz" pos="342">
          <p15:clr>
            <a:srgbClr val="A4A3A4"/>
          </p15:clr>
        </p15:guide>
        <p15:guide id="8" orient="horz" pos="1253">
          <p15:clr>
            <a:srgbClr val="A4A3A4"/>
          </p15:clr>
        </p15:guide>
        <p15:guide id="9" orient="horz" pos="4228">
          <p15:clr>
            <a:srgbClr val="A4A3A4"/>
          </p15:clr>
        </p15:guide>
        <p15:guide id="10" orient="horz" pos="2704">
          <p15:clr>
            <a:srgbClr val="A4A3A4"/>
          </p15:clr>
        </p15:guide>
        <p15:guide id="11" orient="horz" pos="2772">
          <p15:clr>
            <a:srgbClr val="A4A3A4"/>
          </p15:clr>
        </p15:guide>
        <p15:guide id="12" orient="horz" pos="3249">
          <p15:clr>
            <a:srgbClr val="A4A3A4"/>
          </p15:clr>
        </p15:guide>
        <p15:guide id="13" orient="horz" pos="2546">
          <p15:clr>
            <a:srgbClr val="A4A3A4"/>
          </p15:clr>
        </p15:guide>
        <p15:guide id="14" orient="horz" pos="3839">
          <p15:clr>
            <a:srgbClr val="A4A3A4"/>
          </p15:clr>
        </p15:guide>
        <p15:guide id="15" orient="horz" pos="3782">
          <p15:clr>
            <a:srgbClr val="A4A3A4"/>
          </p15:clr>
        </p15:guide>
        <p15:guide id="16" orient="horz" pos="3092">
          <p15:clr>
            <a:srgbClr val="A4A3A4"/>
          </p15:clr>
        </p15:guide>
        <p15:guide id="17" pos="3999">
          <p15:clr>
            <a:srgbClr val="A4A3A4"/>
          </p15:clr>
        </p15:guide>
        <p15:guide id="18" pos="664">
          <p15:clr>
            <a:srgbClr val="A4A3A4"/>
          </p15:clr>
        </p15:guide>
        <p15:guide id="19" pos="7362">
          <p15:clr>
            <a:srgbClr val="A4A3A4"/>
          </p15:clr>
        </p15:guide>
        <p15:guide id="20" pos="323">
          <p15:clr>
            <a:srgbClr val="A4A3A4"/>
          </p15:clr>
        </p15:guide>
        <p15:guide id="21" pos="7521">
          <p15:clr>
            <a:srgbClr val="A4A3A4"/>
          </p15:clr>
        </p15:guide>
        <p15:guide id="22" pos="165">
          <p15:clr>
            <a:srgbClr val="A4A3A4"/>
          </p15:clr>
        </p15:guide>
        <p15:guide id="23" pos="486">
          <p15:clr>
            <a:srgbClr val="A4A3A4"/>
          </p15:clr>
        </p15:guide>
        <p15:guide id="24" pos="850">
          <p15:clr>
            <a:srgbClr val="A4A3A4"/>
          </p15:clr>
        </p15:guide>
        <p15:guide id="25" pos="7202">
          <p15:clr>
            <a:srgbClr val="A4A3A4"/>
          </p15:clr>
        </p15:guide>
        <p15:guide id="26" pos="3839">
          <p15:clr>
            <a:srgbClr val="A4A3A4"/>
          </p15:clr>
        </p15:guide>
        <p15:guide id="27" pos="3680">
          <p15:clr>
            <a:srgbClr val="A4A3A4"/>
          </p15:clr>
        </p15:guide>
        <p15:guide id="28" pos="5778">
          <p15:clr>
            <a:srgbClr val="A4A3A4"/>
          </p15:clr>
        </p15:guide>
        <p15:guide id="29" pos="5618">
          <p15:clr>
            <a:srgbClr val="A4A3A4"/>
          </p15:clr>
        </p15:guide>
        <p15:guide id="30" pos="5650">
          <p15:clr>
            <a:srgbClr val="A4A3A4"/>
          </p15:clr>
        </p15:guide>
        <p15:guide id="31" pos="5588">
          <p15:clr>
            <a:srgbClr val="A4A3A4"/>
          </p15:clr>
        </p15:guide>
        <p15:guide id="32" pos="5461">
          <p15:clr>
            <a:srgbClr val="A4A3A4"/>
          </p15:clr>
        </p15:guide>
        <p15:guide id="33" pos="5030">
          <p15:clr>
            <a:srgbClr val="A4A3A4"/>
          </p15:clr>
        </p15:guide>
        <p15:guide id="34" pos="5188">
          <p15:clr>
            <a:srgbClr val="A4A3A4"/>
          </p15:clr>
        </p15:guide>
        <p15:guide id="35" pos="4871">
          <p15:clr>
            <a:srgbClr val="A4A3A4"/>
          </p15:clr>
        </p15:guide>
        <p15:guide id="36" pos="5062">
          <p15:clr>
            <a:srgbClr val="A4A3A4"/>
          </p15:clr>
        </p15:guide>
        <p15:guide id="37" pos="4998">
          <p15:clr>
            <a:srgbClr val="A4A3A4"/>
          </p15:clr>
        </p15:guide>
        <p15:guide id="38" pos="2038">
          <p15:clr>
            <a:srgbClr val="A4A3A4"/>
          </p15:clr>
        </p15:guide>
        <p15:guide id="39" pos="2102">
          <p15:clr>
            <a:srgbClr val="A4A3A4"/>
          </p15:clr>
        </p15:guide>
        <p15:guide id="40" pos="1907">
          <p15:clr>
            <a:srgbClr val="A4A3A4"/>
          </p15:clr>
        </p15:guide>
        <p15:guide id="41" pos="2224">
          <p15:clr>
            <a:srgbClr val="A4A3A4"/>
          </p15:clr>
        </p15:guide>
        <p15:guide id="42" pos="3808">
          <p15:clr>
            <a:srgbClr val="A4A3A4"/>
          </p15:clr>
        </p15:guide>
        <p15:guide id="43" pos="3874">
          <p15:clr>
            <a:srgbClr val="A4A3A4"/>
          </p15:clr>
        </p15:guide>
        <p15:guide id="44" pos="2505">
          <p15:clr>
            <a:srgbClr val="A4A3A4"/>
          </p15:clr>
        </p15:guide>
        <p15:guide id="45" pos="2823">
          <p15:clr>
            <a:srgbClr val="A4A3A4"/>
          </p15:clr>
        </p15:guide>
        <p15:guide id="46" pos="2694">
          <p15:clr>
            <a:srgbClr val="A4A3A4"/>
          </p15:clr>
        </p15:guide>
        <p15:guide id="47" pos="2629">
          <p15:clr>
            <a:srgbClr val="A4A3A4"/>
          </p15:clr>
        </p15:guide>
        <p15:guide id="48" pos="2660">
          <p15:clr>
            <a:srgbClr val="A4A3A4"/>
          </p15:clr>
        </p15:guide>
        <p15:guide id="49" pos="913">
          <p15:clr>
            <a:srgbClr val="A4A3A4"/>
          </p15:clr>
        </p15:guide>
        <p15:guide id="50" pos="801">
          <p15:clr>
            <a:srgbClr val="A4A3A4"/>
          </p15:clr>
        </p15:guide>
        <p15:guide id="51" pos="1121">
          <p15:clr>
            <a:srgbClr val="A4A3A4"/>
          </p15:clr>
        </p15:guide>
        <p15:guide id="52" pos="963">
          <p15:clr>
            <a:srgbClr val="A4A3A4"/>
          </p15:clr>
        </p15:guide>
        <p15:guide id="53" pos="87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9" roundtripDataSignature="AMtx7mi8JxSEGzsuv7LTetXCLJncuH/Y4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94660" autoAdjust="0"/>
  </p:normalViewPr>
  <p:slideViewPr>
    <p:cSldViewPr snapToGrid="0">
      <p:cViewPr varScale="1">
        <p:scale>
          <a:sx n="152" d="100"/>
          <a:sy n="152" d="100"/>
        </p:scale>
        <p:origin x="580" y="104"/>
      </p:cViewPr>
      <p:guideLst>
        <p:guide orient="horz" pos="160"/>
        <p:guide orient="horz" pos="681"/>
        <p:guide orient="horz" pos="1480"/>
        <p:guide orient="horz" pos="2432"/>
        <p:guide orient="horz" pos="4156"/>
        <p:guide orient="horz" pos="4194"/>
        <p:guide orient="horz" pos="342"/>
        <p:guide orient="horz" pos="1253"/>
        <p:guide orient="horz" pos="4228"/>
        <p:guide orient="horz" pos="2704"/>
        <p:guide orient="horz" pos="2772"/>
        <p:guide orient="horz" pos="3249"/>
        <p:guide orient="horz" pos="2546"/>
        <p:guide orient="horz" pos="3839"/>
        <p:guide orient="horz" pos="3782"/>
        <p:guide orient="horz" pos="3092"/>
        <p:guide pos="3999"/>
        <p:guide pos="664"/>
        <p:guide pos="7362"/>
        <p:guide pos="323"/>
        <p:guide pos="7521"/>
        <p:guide pos="165"/>
        <p:guide pos="486"/>
        <p:guide pos="850"/>
        <p:guide pos="7202"/>
        <p:guide pos="3839"/>
        <p:guide pos="3680"/>
        <p:guide pos="5778"/>
        <p:guide pos="5618"/>
        <p:guide pos="5650"/>
        <p:guide pos="5588"/>
        <p:guide pos="5461"/>
        <p:guide pos="5030"/>
        <p:guide pos="5188"/>
        <p:guide pos="4871"/>
        <p:guide pos="5062"/>
        <p:guide pos="4998"/>
        <p:guide pos="2038"/>
        <p:guide pos="2102"/>
        <p:guide pos="1907"/>
        <p:guide pos="2224"/>
        <p:guide pos="3808"/>
        <p:guide pos="3874"/>
        <p:guide pos="2505"/>
        <p:guide pos="2823"/>
        <p:guide pos="2694"/>
        <p:guide pos="2629"/>
        <p:guide pos="2660"/>
        <p:guide pos="913"/>
        <p:guide pos="801"/>
        <p:guide pos="1121"/>
        <p:guide pos="963"/>
        <p:guide pos="879"/>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122" d="100"/>
          <a:sy n="122" d="100"/>
        </p:scale>
        <p:origin x="5004" y="7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font" Target="fonts/font1.fntdata"/><Relationship Id="rId39" Type="http://customschemas.google.com/relationships/presentationmetadata" Target="metadata"/><Relationship Id="rId21" Type="http://schemas.openxmlformats.org/officeDocument/2006/relationships/slide" Target="slides/slide15.xml"/><Relationship Id="rId34" Type="http://schemas.openxmlformats.org/officeDocument/2006/relationships/font" Target="fonts/font9.fntdata"/><Relationship Id="rId42" Type="http://schemas.openxmlformats.org/officeDocument/2006/relationships/theme" Target="theme/theme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font" Target="fonts/font4.fntdata"/><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font" Target="fonts/font6.fntdata"/><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tableStyles" Target="tableStyles.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Thanks to:</a:t>
            </a:r>
            <a:br>
              <a:rPr lang="en-US" dirty="0"/>
            </a:br>
            <a:r>
              <a:rPr lang="en-US" dirty="0" err="1"/>
              <a:t>Allplan</a:t>
            </a:r>
            <a:r>
              <a:rPr lang="en-US" dirty="0"/>
              <a:t>/moderator and all the amazing staff and users group who puts this opportunity together.</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You – desire to network and learn is admirable and should be recognized – self applause.</a:t>
            </a:r>
            <a:endParaRPr dirty="0"/>
          </a:p>
        </p:txBody>
      </p:sp>
      <p:sp>
        <p:nvSpPr>
          <p:cNvPr id="106" name="Google Shape;106;p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We’re in a new era, and the things we’re going to talk about today don’t scratch the surface – but it’s relevant to what we do.</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Kurt Apted presentation from a couple of years ago (showing his RFI tool) revitalized my interest in building </a:t>
            </a:r>
            <a:r>
              <a:rPr lang="en-US" dirty="0" err="1"/>
              <a:t>parametrics</a:t>
            </a:r>
            <a:r>
              <a:rPr lang="en-US" dirty="0"/>
              <a:t> and other tools.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I can build better tools in a fraction of the time without beating my head against the wall over stupid syntax mistakes or order of operation follies.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Outline: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Tools available</a:t>
            </a:r>
          </a:p>
          <a:p>
            <a:pPr marL="0" lvl="0" indent="0" algn="l" rtl="0">
              <a:spcBef>
                <a:spcPts val="0"/>
              </a:spcBef>
              <a:spcAft>
                <a:spcPts val="0"/>
              </a:spcAft>
              <a:buNone/>
            </a:pPr>
            <a:r>
              <a:rPr lang="en-US" dirty="0"/>
              <a:t>Prompting</a:t>
            </a:r>
          </a:p>
          <a:p>
            <a:pPr marL="0" lvl="0" indent="0" algn="l" rtl="0">
              <a:spcBef>
                <a:spcPts val="0"/>
              </a:spcBef>
              <a:spcAft>
                <a:spcPts val="0"/>
              </a:spcAft>
              <a:buNone/>
            </a:pPr>
            <a:r>
              <a:rPr lang="en-US" dirty="0"/>
              <a:t>Agentic Coding Assistant demo</a:t>
            </a:r>
          </a:p>
          <a:p>
            <a:pPr marL="0" lvl="0" indent="0" algn="l" rtl="0">
              <a:spcBef>
                <a:spcPts val="0"/>
              </a:spcBef>
              <a:spcAft>
                <a:spcPts val="0"/>
              </a:spcAft>
              <a:buNone/>
            </a:pPr>
            <a:r>
              <a:rPr lang="en-US" dirty="0"/>
              <a:t>Then:</a:t>
            </a:r>
          </a:p>
          <a:p>
            <a:pPr marL="0" lvl="0" indent="0" algn="l" rtl="0">
              <a:spcBef>
                <a:spcPts val="0"/>
              </a:spcBef>
              <a:spcAft>
                <a:spcPts val="0"/>
              </a:spcAft>
              <a:buNone/>
            </a:pPr>
            <a:r>
              <a:rPr lang="en-US" dirty="0"/>
              <a:t>I’m going to show you a few tools I’ve made, with some tips and tricks on how to do it with NO MANUAL CODING – however, it IS beneficial to learn the basics of Python to be more efficient.  The good news is using this workflow can help you do that.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Finally: Q&amp;A</a:t>
            </a:r>
            <a:endParaRPr dirty="0"/>
          </a:p>
        </p:txBody>
      </p:sp>
      <p:sp>
        <p:nvSpPr>
          <p:cNvPr id="112" name="Google Shape;112;p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I AM NOT A PROGRAMMER</a:t>
            </a:r>
          </a:p>
          <a:p>
            <a:pPr marL="0" lvl="0" indent="0" algn="l" rtl="0">
              <a:spcBef>
                <a:spcPts val="0"/>
              </a:spcBef>
              <a:spcAft>
                <a:spcPts val="0"/>
              </a:spcAft>
              <a:buNone/>
            </a:pPr>
            <a:r>
              <a:rPr lang="en-US" dirty="0"/>
              <a:t>I understand the fundamentals of python, and can roughly understand some of the code, but I am not flawless with syntax, I don’t know what I don’t know, and using AI to help develop these tools has helped build my knowledge base.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SDS2 community has had a long standing tradition of sharing knowledge with each other.  Every year I come to this event, spend time on the various forums, and interact with other users I find myself overwhelmed with the generosity of all of us.  While someday I do hope to develop some tools worthy of a small fee (these things still take a considerable amount of time to develop) the reason we are here today is for me to give back and share some of what I’ve learned over the last couple years so that others can be inspired to develop their own tools and hopefully share them with the community.</a:t>
            </a:r>
            <a:endParaRPr dirty="0"/>
          </a:p>
        </p:txBody>
      </p:sp>
      <p:sp>
        <p:nvSpPr>
          <p:cNvPr id="139" name="Google Shape;139;p6: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9926AB70-14D1-B5FF-9438-5D5AA7D1C8C8}"/>
            </a:ext>
          </a:extLst>
        </p:cNvPr>
        <p:cNvGrpSpPr/>
        <p:nvPr/>
      </p:nvGrpSpPr>
      <p:grpSpPr>
        <a:xfrm>
          <a:off x="0" y="0"/>
          <a:ext cx="0" cy="0"/>
          <a:chOff x="0" y="0"/>
          <a:chExt cx="0" cy="0"/>
        </a:xfrm>
      </p:grpSpPr>
      <p:sp>
        <p:nvSpPr>
          <p:cNvPr id="138" name="Google Shape;138;p6:notes">
            <a:extLst>
              <a:ext uri="{FF2B5EF4-FFF2-40B4-BE49-F238E27FC236}">
                <a16:creationId xmlns:a16="http://schemas.microsoft.com/office/drawing/2014/main" id="{99730619-6CB5-1CC3-2BA4-C2239796948C}"/>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I AM NOT A PROGRAMMER</a:t>
            </a:r>
          </a:p>
          <a:p>
            <a:pPr marL="0" lvl="0" indent="0" algn="l" rtl="0">
              <a:spcBef>
                <a:spcPts val="0"/>
              </a:spcBef>
              <a:spcAft>
                <a:spcPts val="0"/>
              </a:spcAft>
              <a:buNone/>
            </a:pPr>
            <a:r>
              <a:rPr lang="en-US" dirty="0"/>
              <a:t>I understand the fundamentals of python, and can roughly understand some of the code, but I am not flawless with syntax, I don’t know what I don’t know, and using AI to help develop these tools has helped build my knowledge base.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SDS2 community has had a long standing tradition of sharing knowledge with each other.  Every year I come to this event, spend time on the various forums, and interact with other users I find myself overwhelmed with the generosity of all of us.  While someday I do hope to develop some tools worthy of a small fee (these things still take a considerable amount of time to develop) the reason we are here today is for me to give back and share some of what I’ve learned over the last couple years so that others can be inspired to develop their own tools and hopefully share them with the community.</a:t>
            </a:r>
            <a:endParaRPr dirty="0"/>
          </a:p>
        </p:txBody>
      </p:sp>
      <p:sp>
        <p:nvSpPr>
          <p:cNvPr id="139" name="Google Shape;139;p6:notes">
            <a:extLst>
              <a:ext uri="{FF2B5EF4-FFF2-40B4-BE49-F238E27FC236}">
                <a16:creationId xmlns:a16="http://schemas.microsoft.com/office/drawing/2014/main" id="{13419EB5-94D0-500B-4453-DEE15834CC45}"/>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49575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446747CC-0651-299E-4AAE-654E1D5E89DA}"/>
            </a:ext>
          </a:extLst>
        </p:cNvPr>
        <p:cNvGrpSpPr/>
        <p:nvPr/>
      </p:nvGrpSpPr>
      <p:grpSpPr>
        <a:xfrm>
          <a:off x="0" y="0"/>
          <a:ext cx="0" cy="0"/>
          <a:chOff x="0" y="0"/>
          <a:chExt cx="0" cy="0"/>
        </a:xfrm>
      </p:grpSpPr>
      <p:sp>
        <p:nvSpPr>
          <p:cNvPr id="138" name="Google Shape;138;p6:notes">
            <a:extLst>
              <a:ext uri="{FF2B5EF4-FFF2-40B4-BE49-F238E27FC236}">
                <a16:creationId xmlns:a16="http://schemas.microsoft.com/office/drawing/2014/main" id="{8E832B52-47ED-C4B9-9942-917053152461}"/>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Quick slide, maybe state your stance and move on.</a:t>
            </a:r>
            <a:endParaRPr dirty="0"/>
          </a:p>
        </p:txBody>
      </p:sp>
      <p:sp>
        <p:nvSpPr>
          <p:cNvPr id="139" name="Google Shape;139;p6:notes">
            <a:extLst>
              <a:ext uri="{FF2B5EF4-FFF2-40B4-BE49-F238E27FC236}">
                <a16:creationId xmlns:a16="http://schemas.microsoft.com/office/drawing/2014/main" id="{084D5FFE-EDB2-A8B1-554D-90AD048ACD88}"/>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54621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Ever be using SDS2 and think to your self “silly programmer, why the heck would they do it that way?”  The people working in the background to make this relatively complex software work aren’t dumb, but like us they don’t know what they don’t know.  </a:t>
            </a:r>
            <a:br>
              <a:rPr lang="en-US" dirty="0"/>
            </a:br>
            <a:br>
              <a:rPr lang="en-US" dirty="0"/>
            </a:br>
            <a:r>
              <a:rPr lang="en-US" dirty="0"/>
              <a:t>So why don’t they ask us?  They do.  (Impressed with Beta feedback loop)  Have you ever asked a group of detailers how they would prefer to do something?  Ask a group of 5 and you’ll get 10 unique ways it should de done.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Add to this that simple geographic location can change how things are done.  Much like America is a social melting pot and a significant portion of our workforce is rooted in tradition, and on the job training, engineers are no different.  In some locales hanging brick support frames are common place, some detailers have never heard of such nonsense.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Instead, I’m advocating to use the tools available to us today to build the tools you need yourself.  If you’re waiting for </a:t>
            </a:r>
            <a:r>
              <a:rPr lang="en-US" dirty="0" err="1"/>
              <a:t>Allplan</a:t>
            </a:r>
            <a:r>
              <a:rPr lang="en-US" dirty="0"/>
              <a:t> to do it, you might be waiting a long time.</a:t>
            </a:r>
          </a:p>
        </p:txBody>
      </p:sp>
      <p:sp>
        <p:nvSpPr>
          <p:cNvPr id="126" name="Google Shape;126;p4: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E62C8C4C-9BE0-7F07-43B4-42370E5EE3E9}"/>
            </a:ext>
          </a:extLst>
        </p:cNvPr>
        <p:cNvGrpSpPr/>
        <p:nvPr/>
      </p:nvGrpSpPr>
      <p:grpSpPr>
        <a:xfrm>
          <a:off x="0" y="0"/>
          <a:ext cx="0" cy="0"/>
          <a:chOff x="0" y="0"/>
          <a:chExt cx="0" cy="0"/>
        </a:xfrm>
      </p:grpSpPr>
      <p:sp>
        <p:nvSpPr>
          <p:cNvPr id="125" name="Google Shape;125;p4:notes">
            <a:extLst>
              <a:ext uri="{FF2B5EF4-FFF2-40B4-BE49-F238E27FC236}">
                <a16:creationId xmlns:a16="http://schemas.microsoft.com/office/drawing/2014/main" id="{0A58DA00-5C86-0292-6C60-BEBE609D8708}"/>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Python – programming language, easy to read, plain English</a:t>
            </a:r>
          </a:p>
          <a:p>
            <a:pPr marL="0" lvl="0" indent="0" algn="l" rtl="0">
              <a:spcBef>
                <a:spcPts val="0"/>
              </a:spcBef>
              <a:spcAft>
                <a:spcPts val="0"/>
              </a:spcAft>
              <a:buNone/>
            </a:pPr>
            <a:br>
              <a:rPr lang="en-US" dirty="0"/>
            </a:br>
            <a:r>
              <a:rPr lang="en-US" dirty="0"/>
              <a:t>Libraries – pre-written bundles of code that you can plug into your project (create dialogs, manage databases, create PDF’s)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JSON – (JavaScript Object Notation) organizes information in pairs and stored in a way that is easy for humans and computers to read.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Function – a reusable block of code for one specific task. Write the instructions once, give it a name, and then “call” it throughout your code to use it (keeps code clean and reduces repetitiveness).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Class – A blueprint or template in code form.  Contains variables (or attributes) which define the object you are trying to create and functions (or methods – functions built inside a class) which again, instructs the code how to accomplish a specific task.</a:t>
            </a:r>
          </a:p>
        </p:txBody>
      </p:sp>
      <p:sp>
        <p:nvSpPr>
          <p:cNvPr id="126" name="Google Shape;126;p4:notes">
            <a:extLst>
              <a:ext uri="{FF2B5EF4-FFF2-40B4-BE49-F238E27FC236}">
                <a16:creationId xmlns:a16="http://schemas.microsoft.com/office/drawing/2014/main" id="{1B6A87A7-0D69-7A15-C349-5D17E6912679}"/>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341745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2" name="Google Shape;132;p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how to brainstorm an idea, don’t stop at what you need today, but what might you need a year from now, what might others need/want.</a:t>
            </a:r>
          </a:p>
          <a:p>
            <a:endParaRPr lang="en-US" dirty="0"/>
          </a:p>
          <a:p>
            <a:r>
              <a:rPr lang="en-US" dirty="0"/>
              <a:t>Strategize a plan to start. Small steps.</a:t>
            </a:r>
          </a:p>
          <a:p>
            <a:endParaRPr lang="en-US" dirty="0"/>
          </a:p>
          <a:p>
            <a:r>
              <a:rPr lang="en-US" dirty="0"/>
              <a:t>What can we cross off the brainstorm list to get a working version</a:t>
            </a:r>
          </a:p>
          <a:p>
            <a:endParaRPr lang="en-US" dirty="0"/>
          </a:p>
          <a:p>
            <a:r>
              <a:rPr lang="en-US" dirty="0"/>
              <a:t>Explain how to prompt.</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147967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a very frustrating concept that I learned the hard way.  Several iterations, before I realized that I needed to close modeling to invoke changes on a plug-in.</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847606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There are several tools available, I implore you to give them a try.  I tend to go back and forth between Claude and Gemini.  I have access to Gemini with my google subscription for my business site, drive, etc.  Claude I subscribe to because it is just a little better and it has native plugins for coding software for agentic coding.  This business is like cars and power tools.  When one comes out with something better, the competition puts something out with just a little more improvement.  Figure out what works for you.</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In the next year, I hope to be exploring </a:t>
            </a:r>
            <a:r>
              <a:rPr lang="en-US" dirty="0" err="1"/>
              <a:t>Ollama</a:t>
            </a:r>
            <a:r>
              <a:rPr lang="en-US" dirty="0"/>
              <a:t> more </a:t>
            </a:r>
            <a:r>
              <a:rPr lang="en-US" dirty="0" err="1"/>
              <a:t>indepth</a:t>
            </a:r>
            <a:r>
              <a:rPr lang="en-US" dirty="0"/>
              <a:t> and hope to build an LM specific to </a:t>
            </a:r>
            <a:r>
              <a:rPr lang="en-US" dirty="0" err="1"/>
              <a:t>parametrics</a:t>
            </a:r>
            <a:r>
              <a:rPr lang="en-US" dirty="0"/>
              <a:t> and plugins for SDS2.</a:t>
            </a:r>
            <a:endParaRPr dirty="0"/>
          </a:p>
        </p:txBody>
      </p:sp>
      <p:sp>
        <p:nvSpPr>
          <p:cNvPr id="153" name="Google Shape;153;p8: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The sky is the limit, but you don’t </a:t>
            </a:r>
            <a:r>
              <a:rPr lang="en-US" i="1" dirty="0"/>
              <a:t>need</a:t>
            </a:r>
            <a:r>
              <a:rPr lang="en-US" dirty="0"/>
              <a:t> to spend money to get started.  </a:t>
            </a:r>
            <a:endParaRPr dirty="0"/>
          </a:p>
        </p:txBody>
      </p:sp>
      <p:sp>
        <p:nvSpPr>
          <p:cNvPr id="146" name="Google Shape;146;p7: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a:extLst>
            <a:ext uri="{FF2B5EF4-FFF2-40B4-BE49-F238E27FC236}">
              <a16:creationId xmlns:a16="http://schemas.microsoft.com/office/drawing/2014/main" id="{BF2001E7-CC0C-5EFE-A874-B7D7D125718B}"/>
            </a:ext>
          </a:extLst>
        </p:cNvPr>
        <p:cNvGrpSpPr/>
        <p:nvPr/>
      </p:nvGrpSpPr>
      <p:grpSpPr>
        <a:xfrm>
          <a:off x="0" y="0"/>
          <a:ext cx="0" cy="0"/>
          <a:chOff x="0" y="0"/>
          <a:chExt cx="0" cy="0"/>
        </a:xfrm>
      </p:grpSpPr>
      <p:sp>
        <p:nvSpPr>
          <p:cNvPr id="131" name="Google Shape;131;p5:notes">
            <a:extLst>
              <a:ext uri="{FF2B5EF4-FFF2-40B4-BE49-F238E27FC236}">
                <a16:creationId xmlns:a16="http://schemas.microsoft.com/office/drawing/2014/main" id="{5C37231B-93D5-7A08-2DA3-6F46AC10CD0D}"/>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Show basic starter prompt:</a:t>
            </a:r>
            <a:br>
              <a:rPr lang="en-US" dirty="0"/>
            </a:br>
            <a:r>
              <a:rPr lang="en-US" dirty="0"/>
              <a:t>Developing X for SDS2 using python3  I would like the dialogs to use X, and include sample </a:t>
            </a:r>
            <a:r>
              <a:rPr lang="en-US" dirty="0" err="1"/>
              <a:t>parametrics</a:t>
            </a:r>
            <a:r>
              <a:rPr lang="en-US" dirty="0"/>
              <a: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Don’t steal, don’t plagiarize, give credit where credit is due, and ask permission.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Plan, define steps/path forward, then execute the plan.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Using AI is not free – Personally, I hate the AI slop we’ve all seen on LinkedIn, Facebook, and elsewhere – it’s a waste of a valuable resource and only results in wasting our time and driving the cost of this resource up.  At least LinkedIn has created the “seems like AI Slop” button and has effectively reduced the amount we see.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 don’t recommend creating a 3 page prompt explaining EVERY detail and asking AI to generate the code – again – plan, define steps, and execute – one bite at a </a:t>
            </a:r>
            <a:r>
              <a:rPr lang="en-US" dirty="0" err="1"/>
              <a:t>time.It’s</a:t>
            </a:r>
            <a:r>
              <a:rPr lang="en-US" dirty="0"/>
              <a:t> ok to develop the mass framework for placeholders, but build the functionality one step at a time.</a:t>
            </a:r>
          </a:p>
          <a:p>
            <a:pPr marL="0" lvl="0" indent="0" algn="l" rtl="0">
              <a:spcBef>
                <a:spcPts val="0"/>
              </a:spcBef>
              <a:spcAft>
                <a:spcPts val="0"/>
              </a:spcAft>
              <a:buNone/>
            </a:pPr>
            <a:endParaRPr dirty="0"/>
          </a:p>
        </p:txBody>
      </p:sp>
      <p:sp>
        <p:nvSpPr>
          <p:cNvPr id="132" name="Google Shape;132;p5:notes">
            <a:extLst>
              <a:ext uri="{FF2B5EF4-FFF2-40B4-BE49-F238E27FC236}">
                <a16:creationId xmlns:a16="http://schemas.microsoft.com/office/drawing/2014/main" id="{0B601C45-039C-8A97-75BE-CDC25FBC7609}"/>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2792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a:extLst>
            <a:ext uri="{FF2B5EF4-FFF2-40B4-BE49-F238E27FC236}">
              <a16:creationId xmlns:a16="http://schemas.microsoft.com/office/drawing/2014/main" id="{FAD47309-31DF-D827-4BA1-EA9A656D0094}"/>
            </a:ext>
          </a:extLst>
        </p:cNvPr>
        <p:cNvGrpSpPr/>
        <p:nvPr/>
      </p:nvGrpSpPr>
      <p:grpSpPr>
        <a:xfrm>
          <a:off x="0" y="0"/>
          <a:ext cx="0" cy="0"/>
          <a:chOff x="0" y="0"/>
          <a:chExt cx="0" cy="0"/>
        </a:xfrm>
      </p:grpSpPr>
      <p:sp>
        <p:nvSpPr>
          <p:cNvPr id="131" name="Google Shape;131;p5:notes">
            <a:extLst>
              <a:ext uri="{FF2B5EF4-FFF2-40B4-BE49-F238E27FC236}">
                <a16:creationId xmlns:a16="http://schemas.microsoft.com/office/drawing/2014/main" id="{51C70BDA-DE38-B524-CEAC-9561C06C2681}"/>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PLUGIN file – waves it’s arms and says HEY! SDS! OVER HERE! I’M A PLUGIN!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__init__.py gives lightweight code loaded into memory on model startup that tells the software where to go when the user initiates a plugin from within SDS2</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Code – the actual code that does the work.</a:t>
            </a:r>
          </a:p>
          <a:p>
            <a:pPr marL="0" lvl="0" indent="0" algn="l" rtl="0">
              <a:spcBef>
                <a:spcPts val="0"/>
              </a:spcBef>
              <a:spcAft>
                <a:spcPts val="0"/>
              </a:spcAft>
              <a:buNone/>
            </a:pPr>
            <a:endParaRPr dirty="0"/>
          </a:p>
        </p:txBody>
      </p:sp>
      <p:sp>
        <p:nvSpPr>
          <p:cNvPr id="132" name="Google Shape;132;p5:notes">
            <a:extLst>
              <a:ext uri="{FF2B5EF4-FFF2-40B4-BE49-F238E27FC236}">
                <a16:creationId xmlns:a16="http://schemas.microsoft.com/office/drawing/2014/main" id="{6A2DB9C7-0896-76EA-AC55-5C59FA46C99D}"/>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44666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1350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F9E1E-CF14-6E2A-A194-0CD9381D5C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EF218B-0648-65BC-037B-F9E7A1BBA4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F8B2B6-9885-3DF2-0E60-79E44EBECF4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5693684-845C-666F-A734-CB4CA383D49D}"/>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515546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10: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p1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12"/>
        <p:cNvGrpSpPr/>
        <p:nvPr/>
      </p:nvGrpSpPr>
      <p:grpSpPr>
        <a:xfrm>
          <a:off x="0" y="0"/>
          <a:ext cx="0" cy="0"/>
          <a:chOff x="0" y="0"/>
          <a:chExt cx="0" cy="0"/>
        </a:xfrm>
      </p:grpSpPr>
      <p:sp>
        <p:nvSpPr>
          <p:cNvPr id="13" name="Google Shape;13;p13"/>
          <p:cNvSpPr txBox="1">
            <a:spLocks noGrp="1"/>
          </p:cNvSpPr>
          <p:nvPr>
            <p:ph type="ctrTitle"/>
          </p:nvPr>
        </p:nvSpPr>
        <p:spPr>
          <a:xfrm>
            <a:off x="676188" y="2235200"/>
            <a:ext cx="8715905" cy="2387600"/>
          </a:xfrm>
          <a:prstGeom prst="rect">
            <a:avLst/>
          </a:prstGeom>
          <a:noFill/>
          <a:ln>
            <a:noFill/>
          </a:ln>
          <a:effectLst>
            <a:outerShdw blurRad="165100" sx="71000" sy="71000" algn="ctr" rotWithShape="0">
              <a:srgbClr val="000000">
                <a:alpha val="43137"/>
              </a:srgbClr>
            </a:outerShdw>
          </a:effectLst>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5999"/>
              <a:buFont typeface="Libre Franklin Medium"/>
              <a:buNone/>
              <a:defRPr sz="5999">
                <a:latin typeface="Libre Franklin Medium"/>
                <a:ea typeface="Libre Franklin Medium"/>
                <a:cs typeface="Libre Franklin Medium"/>
                <a:sym typeface="Libre Franklin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 name="Google Shape;14;p13"/>
          <p:cNvSpPr txBox="1">
            <a:spLocks noGrp="1"/>
          </p:cNvSpPr>
          <p:nvPr>
            <p:ph type="subTitle" idx="1"/>
          </p:nvPr>
        </p:nvSpPr>
        <p:spPr>
          <a:xfrm>
            <a:off x="676187" y="5088739"/>
            <a:ext cx="8715905" cy="369332"/>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400"/>
              <a:buNone/>
              <a:defRPr sz="2400">
                <a:latin typeface="Libre Franklin"/>
                <a:ea typeface="Libre Franklin"/>
                <a:cs typeface="Libre Franklin"/>
                <a:sym typeface="Libre Franklin"/>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2" name="Google Shape;15;p13">
            <a:extLst>
              <a:ext uri="{FF2B5EF4-FFF2-40B4-BE49-F238E27FC236}">
                <a16:creationId xmlns:a16="http://schemas.microsoft.com/office/drawing/2014/main" id="{87A237A5-53FE-D87C-B4D6-FA3B3FCE2A0A}"/>
              </a:ext>
            </a:extLst>
          </p:cNvPr>
          <p:cNvPicPr preferRelativeResize="0"/>
          <p:nvPr userDrawn="1"/>
        </p:nvPicPr>
        <p:blipFill>
          <a:blip r:embed="rId3">
            <a:alphaModFix/>
          </a:blip>
          <a:srcRect/>
          <a:stretch/>
        </p:blipFill>
        <p:spPr>
          <a:xfrm>
            <a:off x="973922" y="697207"/>
            <a:ext cx="1899729" cy="102204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 Image">
  <p:cSld name="Title Slide + Image">
    <p:bg>
      <p:bgPr>
        <a:blipFill>
          <a:blip r:embed="rId2">
            <a:alphaModFix/>
          </a:blip>
          <a:stretch>
            <a:fillRect/>
          </a:stretch>
        </a:blipFill>
        <a:effectLst/>
      </p:bgPr>
    </p:bg>
    <p:spTree>
      <p:nvGrpSpPr>
        <p:cNvPr id="1" name="Shape 16"/>
        <p:cNvGrpSpPr/>
        <p:nvPr/>
      </p:nvGrpSpPr>
      <p:grpSpPr>
        <a:xfrm>
          <a:off x="0" y="0"/>
          <a:ext cx="0" cy="0"/>
          <a:chOff x="0" y="0"/>
          <a:chExt cx="0" cy="0"/>
        </a:xfrm>
      </p:grpSpPr>
      <p:sp>
        <p:nvSpPr>
          <p:cNvPr id="17" name="Google Shape;17;p14"/>
          <p:cNvSpPr txBox="1">
            <a:spLocks noGrp="1"/>
          </p:cNvSpPr>
          <p:nvPr>
            <p:ph type="ctrTitle"/>
          </p:nvPr>
        </p:nvSpPr>
        <p:spPr>
          <a:xfrm>
            <a:off x="676187" y="2168259"/>
            <a:ext cx="5523780" cy="2970492"/>
          </a:xfrm>
          <a:prstGeom prst="rect">
            <a:avLst/>
          </a:prstGeom>
          <a:noFill/>
          <a:ln>
            <a:noFill/>
          </a:ln>
          <a:effectLst>
            <a:outerShdw blurRad="165100" sx="71000" sy="71000" algn="ctr" rotWithShape="0">
              <a:srgbClr val="000000">
                <a:alpha val="43137"/>
              </a:srgbClr>
            </a:outerShdw>
          </a:effectLst>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5999"/>
              <a:buFont typeface="Libre Franklin Medium"/>
              <a:buNone/>
              <a:defRPr sz="5999">
                <a:latin typeface="Libre Franklin Medium"/>
                <a:ea typeface="Libre Franklin Medium"/>
                <a:cs typeface="Libre Franklin Medium"/>
                <a:sym typeface="Libre Franklin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14"/>
          <p:cNvSpPr txBox="1">
            <a:spLocks noGrp="1"/>
          </p:cNvSpPr>
          <p:nvPr>
            <p:ph type="subTitle" idx="1"/>
          </p:nvPr>
        </p:nvSpPr>
        <p:spPr>
          <a:xfrm>
            <a:off x="676186" y="5604690"/>
            <a:ext cx="5523780" cy="369332"/>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400"/>
              <a:buNone/>
              <a:defRPr sz="2400">
                <a:latin typeface="Libre Franklin"/>
                <a:ea typeface="Libre Franklin"/>
                <a:cs typeface="Libre Franklin"/>
                <a:sym typeface="Libre Franklin"/>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9" name="Google Shape;19;p14"/>
          <p:cNvSpPr>
            <a:spLocks noGrp="1"/>
          </p:cNvSpPr>
          <p:nvPr>
            <p:ph type="pic" idx="2"/>
          </p:nvPr>
        </p:nvSpPr>
        <p:spPr>
          <a:xfrm>
            <a:off x="6509379" y="2168540"/>
            <a:ext cx="5101373" cy="3805237"/>
          </a:xfrm>
          <a:prstGeom prst="rect">
            <a:avLst/>
          </a:prstGeom>
          <a:noFill/>
          <a:ln>
            <a:noFill/>
          </a:ln>
        </p:spPr>
        <p:txBody>
          <a:bodyPr/>
          <a:lstStyle/>
          <a:p>
            <a:endParaRPr lang="en-US"/>
          </a:p>
        </p:txBody>
      </p:sp>
      <p:pic>
        <p:nvPicPr>
          <p:cNvPr id="2" name="Google Shape;15;p13">
            <a:extLst>
              <a:ext uri="{FF2B5EF4-FFF2-40B4-BE49-F238E27FC236}">
                <a16:creationId xmlns:a16="http://schemas.microsoft.com/office/drawing/2014/main" id="{DBF4D6E1-65AD-8638-C279-7EB4204D1D01}"/>
              </a:ext>
            </a:extLst>
          </p:cNvPr>
          <p:cNvPicPr preferRelativeResize="0"/>
          <p:nvPr userDrawn="1"/>
        </p:nvPicPr>
        <p:blipFill>
          <a:blip r:embed="rId3">
            <a:alphaModFix/>
          </a:blip>
          <a:srcRect/>
          <a:stretch/>
        </p:blipFill>
        <p:spPr>
          <a:xfrm>
            <a:off x="973922" y="697207"/>
            <a:ext cx="1899729" cy="1022043"/>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Subhead + Content">
  <p:cSld name="Title + Subhead + Content">
    <p:spTree>
      <p:nvGrpSpPr>
        <p:cNvPr id="1" name="Shape 24"/>
        <p:cNvGrpSpPr/>
        <p:nvPr/>
      </p:nvGrpSpPr>
      <p:grpSpPr>
        <a:xfrm>
          <a:off x="0" y="0"/>
          <a:ext cx="0" cy="0"/>
          <a:chOff x="0" y="0"/>
          <a:chExt cx="0" cy="0"/>
        </a:xfrm>
      </p:grpSpPr>
      <p:pic>
        <p:nvPicPr>
          <p:cNvPr id="25" name="Google Shape;25;p16" descr="A black background with a black square&#10;&#10;AI-generated content may be incorrect."/>
          <p:cNvPicPr preferRelativeResize="0"/>
          <p:nvPr/>
        </p:nvPicPr>
        <p:blipFill rotWithShape="1">
          <a:blip r:embed="rId2">
            <a:alphaModFix/>
          </a:blip>
          <a:srcRect/>
          <a:stretch/>
        </p:blipFill>
        <p:spPr>
          <a:xfrm>
            <a:off x="11614150" y="277570"/>
            <a:ext cx="289238" cy="347857"/>
          </a:xfrm>
          <a:prstGeom prst="rect">
            <a:avLst/>
          </a:prstGeom>
          <a:noFill/>
          <a:ln>
            <a:noFill/>
          </a:ln>
        </p:spPr>
      </p:pic>
      <p:sp>
        <p:nvSpPr>
          <p:cNvPr id="26" name="Google Shape;26;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112500"/>
              </a:lnSpc>
              <a:spcBef>
                <a:spcPts val="0"/>
              </a:spcBef>
              <a:spcAft>
                <a:spcPts val="0"/>
              </a:spcAft>
              <a:buClr>
                <a:schemeClr val="dk1"/>
              </a:buClr>
              <a:buSzPts val="4000"/>
              <a:buFont typeface="Libre Franklin Medium"/>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16"/>
          <p:cNvSpPr txBox="1">
            <a:spLocks noGrp="1"/>
          </p:cNvSpPr>
          <p:nvPr>
            <p:ph type="body" idx="1"/>
          </p:nvPr>
        </p:nvSpPr>
        <p:spPr>
          <a:xfrm>
            <a:off x="838200" y="2247900"/>
            <a:ext cx="10515600" cy="3440801"/>
          </a:xfrm>
          <a:prstGeom prst="rect">
            <a:avLst/>
          </a:prstGeom>
          <a:noFill/>
          <a:ln>
            <a:noFill/>
          </a:ln>
        </p:spPr>
        <p:txBody>
          <a:bodyPr spcFirstLastPara="1" wrap="square" lIns="91425" tIns="45700" rIns="91425" bIns="45700" anchor="t" anchorCtr="0">
            <a:normAutofit/>
          </a:bodyPr>
          <a:lstStyle>
            <a:lvl1pPr marL="457200" lvl="0" indent="-342900" algn="l">
              <a:lnSpc>
                <a:spcPct val="211111"/>
              </a:lnSpc>
              <a:spcBef>
                <a:spcPts val="0"/>
              </a:spcBef>
              <a:spcAft>
                <a:spcPts val="0"/>
              </a:spcAft>
              <a:buClr>
                <a:schemeClr val="dk1"/>
              </a:buClr>
              <a:buSzPts val="1800"/>
              <a:buChar char="›"/>
              <a:defRPr/>
            </a:lvl1pPr>
            <a:lvl2pPr marL="914400" lvl="1" indent="-342900" algn="l">
              <a:lnSpc>
                <a:spcPct val="166666"/>
              </a:lnSpc>
              <a:spcBef>
                <a:spcPts val="0"/>
              </a:spcBef>
              <a:spcAft>
                <a:spcPts val="0"/>
              </a:spcAft>
              <a:buClr>
                <a:schemeClr val="dk1"/>
              </a:buClr>
              <a:buSzPts val="1800"/>
              <a:buChar char="›"/>
              <a:defRPr/>
            </a:lvl2pPr>
            <a:lvl3pPr marL="1371600" lvl="2" indent="-342900" algn="l">
              <a:lnSpc>
                <a:spcPct val="166666"/>
              </a:lnSpc>
              <a:spcBef>
                <a:spcPts val="0"/>
              </a:spcBef>
              <a:spcAft>
                <a:spcPts val="0"/>
              </a:spcAft>
              <a:buClr>
                <a:schemeClr val="dk1"/>
              </a:buClr>
              <a:buSzPts val="1800"/>
              <a:buChar char="›"/>
              <a:defRPr/>
            </a:lvl3pPr>
            <a:lvl4pPr marL="1828800" lvl="3" indent="-342900" algn="l">
              <a:lnSpc>
                <a:spcPct val="138888"/>
              </a:lnSpc>
              <a:spcBef>
                <a:spcPts val="500"/>
              </a:spcBef>
              <a:spcAft>
                <a:spcPts val="0"/>
              </a:spcAft>
              <a:buClr>
                <a:schemeClr val="dk1"/>
              </a:buClr>
              <a:buSzPts val="1800"/>
              <a:buChar char="›"/>
              <a:defRPr/>
            </a:lvl4pPr>
            <a:lvl5pPr marL="2286000" lvl="4" indent="-342900" algn="l">
              <a:lnSpc>
                <a:spcPct val="116666"/>
              </a:lnSpc>
              <a:spcBef>
                <a:spcPts val="90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8" name="Google Shape;28;p16"/>
          <p:cNvSpPr txBox="1">
            <a:spLocks noGrp="1"/>
          </p:cNvSpPr>
          <p:nvPr>
            <p:ph type="body" idx="2"/>
          </p:nvPr>
        </p:nvSpPr>
        <p:spPr>
          <a:xfrm>
            <a:off x="839788" y="1681163"/>
            <a:ext cx="10514012" cy="566737"/>
          </a:xfrm>
          <a:prstGeom prst="rect">
            <a:avLst/>
          </a:prstGeom>
          <a:noFill/>
          <a:ln>
            <a:noFill/>
          </a:ln>
        </p:spPr>
        <p:txBody>
          <a:bodyPr spcFirstLastPara="1" wrap="square" lIns="91425" tIns="45700" rIns="91425" bIns="45700" anchor="b" anchorCtr="0">
            <a:normAutofit/>
          </a:bodyPr>
          <a:lstStyle>
            <a:lvl1pPr marL="457200" lvl="0" indent="-228600" algn="l">
              <a:lnSpc>
                <a:spcPct val="190000"/>
              </a:lnSpc>
              <a:spcBef>
                <a:spcPts val="0"/>
              </a:spcBef>
              <a:spcAft>
                <a:spcPts val="0"/>
              </a:spcAft>
              <a:buClr>
                <a:srgbClr val="002FAB"/>
              </a:buClr>
              <a:buSzPts val="2000"/>
              <a:buNone/>
              <a:defRPr sz="2000" b="0">
                <a:solidFill>
                  <a:schemeClr val="bg2"/>
                </a:solidFill>
                <a:latin typeface="Libre Franklin Medium"/>
                <a:ea typeface="Libre Franklin Medium"/>
                <a:cs typeface="Libre Franklin Medium"/>
                <a:sym typeface="Libre Franklin Medium"/>
              </a:defRPr>
            </a:lvl1pPr>
            <a:lvl2pPr marL="914400" lvl="1" indent="-228600" algn="l">
              <a:lnSpc>
                <a:spcPct val="150000"/>
              </a:lnSpc>
              <a:spcBef>
                <a:spcPts val="0"/>
              </a:spcBef>
              <a:spcAft>
                <a:spcPts val="0"/>
              </a:spcAft>
              <a:buClr>
                <a:schemeClr val="dk1"/>
              </a:buClr>
              <a:buSzPts val="2000"/>
              <a:buNone/>
              <a:defRPr sz="2000" b="1"/>
            </a:lvl2pPr>
            <a:lvl3pPr marL="1371600" lvl="2" indent="-228600" algn="l">
              <a:lnSpc>
                <a:spcPct val="166666"/>
              </a:lnSpc>
              <a:spcBef>
                <a:spcPts val="0"/>
              </a:spcBef>
              <a:spcAft>
                <a:spcPts val="0"/>
              </a:spcAft>
              <a:buClr>
                <a:schemeClr val="dk1"/>
              </a:buClr>
              <a:buSzPts val="1800"/>
              <a:buNone/>
              <a:defRPr sz="1800" b="1"/>
            </a:lvl3pPr>
            <a:lvl4pPr marL="1828800" lvl="3" indent="-228600" algn="l">
              <a:lnSpc>
                <a:spcPct val="156250"/>
              </a:lnSpc>
              <a:spcBef>
                <a:spcPts val="500"/>
              </a:spcBef>
              <a:spcAft>
                <a:spcPts val="0"/>
              </a:spcAft>
              <a:buClr>
                <a:schemeClr val="dk1"/>
              </a:buClr>
              <a:buSzPts val="1600"/>
              <a:buNone/>
              <a:defRPr sz="1600" b="1"/>
            </a:lvl4pPr>
            <a:lvl5pPr marL="2286000" lvl="4" indent="-228600" algn="l">
              <a:lnSpc>
                <a:spcPct val="131250"/>
              </a:lnSpc>
              <a:spcBef>
                <a:spcPts val="90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dirty="0"/>
          </a:p>
        </p:txBody>
      </p:sp>
      <p:pic>
        <p:nvPicPr>
          <p:cNvPr id="29" name="Google Shape;29;p16"/>
          <p:cNvPicPr preferRelativeResize="0"/>
          <p:nvPr/>
        </p:nvPicPr>
        <p:blipFill>
          <a:blip r:embed="rId3">
            <a:alphaModFix/>
          </a:blip>
          <a:stretch>
            <a:fillRect/>
          </a:stretch>
        </p:blipFill>
        <p:spPr>
          <a:xfrm>
            <a:off x="0" y="5715149"/>
            <a:ext cx="12190403" cy="1142851"/>
          </a:xfrm>
          <a:prstGeom prst="rect">
            <a:avLst/>
          </a:prstGeom>
          <a:noFill/>
          <a:ln>
            <a:noFill/>
          </a:ln>
        </p:spPr>
      </p:pic>
    </p:spTree>
  </p:cSld>
  <p:clrMapOvr>
    <a:masterClrMapping/>
  </p:clrMapOvr>
  <p:extLst>
    <p:ext uri="{DCECCB84-F9BA-43D5-87BE-67443E8EF086}">
      <p15:sldGuideLst xmlns:p15="http://schemas.microsoft.com/office/powerpoint/2012/main">
        <p15:guide id="1" orient="horz" pos="504">
          <p15:clr>
            <a:srgbClr val="FBAE40"/>
          </p15:clr>
        </p15:guide>
        <p15:guide id="2" pos="383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Content">
  <p:cSld name="Title + Content">
    <p:spTree>
      <p:nvGrpSpPr>
        <p:cNvPr id="1" name="Shape 30"/>
        <p:cNvGrpSpPr/>
        <p:nvPr/>
      </p:nvGrpSpPr>
      <p:grpSpPr>
        <a:xfrm>
          <a:off x="0" y="0"/>
          <a:ext cx="0" cy="0"/>
          <a:chOff x="0" y="0"/>
          <a:chExt cx="0" cy="0"/>
        </a:xfrm>
      </p:grpSpPr>
      <p:pic>
        <p:nvPicPr>
          <p:cNvPr id="31" name="Google Shape;31;p17" descr="A black background with a black square&#10;&#10;AI-generated content may be incorrect."/>
          <p:cNvPicPr preferRelativeResize="0"/>
          <p:nvPr/>
        </p:nvPicPr>
        <p:blipFill rotWithShape="1">
          <a:blip r:embed="rId2">
            <a:alphaModFix/>
          </a:blip>
          <a:srcRect/>
          <a:stretch/>
        </p:blipFill>
        <p:spPr>
          <a:xfrm>
            <a:off x="11614150" y="277570"/>
            <a:ext cx="289238" cy="347857"/>
          </a:xfrm>
          <a:prstGeom prst="rect">
            <a:avLst/>
          </a:prstGeom>
          <a:noFill/>
          <a:ln>
            <a:noFill/>
          </a:ln>
        </p:spPr>
      </p:pic>
      <p:sp>
        <p:nvSpPr>
          <p:cNvPr id="32" name="Google Shape;32;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25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7"/>
          <p:cNvSpPr txBox="1">
            <a:spLocks noGrp="1"/>
          </p:cNvSpPr>
          <p:nvPr>
            <p:ph type="body" idx="1"/>
          </p:nvPr>
        </p:nvSpPr>
        <p:spPr>
          <a:xfrm>
            <a:off x="838200" y="1825625"/>
            <a:ext cx="10515600" cy="3863076"/>
          </a:xfrm>
          <a:prstGeom prst="rect">
            <a:avLst/>
          </a:prstGeom>
          <a:noFill/>
          <a:ln>
            <a:noFill/>
          </a:ln>
        </p:spPr>
        <p:txBody>
          <a:bodyPr spcFirstLastPara="1" wrap="square" lIns="91425" tIns="45700" rIns="91425" bIns="45700" anchor="t" anchorCtr="0">
            <a:normAutofit/>
          </a:bodyPr>
          <a:lstStyle>
            <a:lvl1pPr marL="457200" lvl="0" indent="-342900" algn="l">
              <a:lnSpc>
                <a:spcPct val="211111"/>
              </a:lnSpc>
              <a:spcBef>
                <a:spcPts val="0"/>
              </a:spcBef>
              <a:spcAft>
                <a:spcPts val="0"/>
              </a:spcAft>
              <a:buClr>
                <a:schemeClr val="dk1"/>
              </a:buClr>
              <a:buSzPts val="1800"/>
              <a:buChar char="›"/>
              <a:defRPr/>
            </a:lvl1pPr>
            <a:lvl2pPr marL="914400" lvl="1" indent="-342900" algn="l">
              <a:lnSpc>
                <a:spcPct val="166666"/>
              </a:lnSpc>
              <a:spcBef>
                <a:spcPts val="0"/>
              </a:spcBef>
              <a:spcAft>
                <a:spcPts val="0"/>
              </a:spcAft>
              <a:buClr>
                <a:schemeClr val="dk1"/>
              </a:buClr>
              <a:buSzPts val="1800"/>
              <a:buChar char="›"/>
              <a:defRPr/>
            </a:lvl2pPr>
            <a:lvl3pPr marL="1371600" lvl="2" indent="-342900" algn="l">
              <a:lnSpc>
                <a:spcPct val="166666"/>
              </a:lnSpc>
              <a:spcBef>
                <a:spcPts val="0"/>
              </a:spcBef>
              <a:spcAft>
                <a:spcPts val="0"/>
              </a:spcAft>
              <a:buClr>
                <a:schemeClr val="dk1"/>
              </a:buClr>
              <a:buSzPts val="1800"/>
              <a:buChar char="›"/>
              <a:defRPr/>
            </a:lvl3pPr>
            <a:lvl4pPr marL="1828800" lvl="3" indent="-342900" algn="l">
              <a:lnSpc>
                <a:spcPct val="138888"/>
              </a:lnSpc>
              <a:spcBef>
                <a:spcPts val="500"/>
              </a:spcBef>
              <a:spcAft>
                <a:spcPts val="0"/>
              </a:spcAft>
              <a:buClr>
                <a:schemeClr val="dk1"/>
              </a:buClr>
              <a:buSzPts val="1800"/>
              <a:buChar char="›"/>
              <a:defRPr/>
            </a:lvl4pPr>
            <a:lvl5pPr marL="2286000" lvl="4" indent="-342900" algn="l">
              <a:lnSpc>
                <a:spcPct val="116666"/>
              </a:lnSpc>
              <a:spcBef>
                <a:spcPts val="90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34" name="Google Shape;34;p17"/>
          <p:cNvPicPr preferRelativeResize="0"/>
          <p:nvPr/>
        </p:nvPicPr>
        <p:blipFill>
          <a:blip r:embed="rId3">
            <a:alphaModFix/>
          </a:blip>
          <a:stretch>
            <a:fillRect/>
          </a:stretch>
        </p:blipFill>
        <p:spPr>
          <a:xfrm>
            <a:off x="0" y="5715149"/>
            <a:ext cx="12190403" cy="1142851"/>
          </a:xfrm>
          <a:prstGeom prst="rect">
            <a:avLst/>
          </a:prstGeom>
          <a:noFill/>
          <a:ln>
            <a:noFill/>
          </a:ln>
        </p:spPr>
      </p:pic>
    </p:spTree>
  </p:cSld>
  <p:clrMapOvr>
    <a:masterClrMapping/>
  </p:clrMapOvr>
  <p:extLst>
    <p:ext uri="{DCECCB84-F9BA-43D5-87BE-67443E8EF086}">
      <p15:sldGuideLst xmlns:p15="http://schemas.microsoft.com/office/powerpoint/2012/main">
        <p15:guide id="1" orient="horz" pos="504">
          <p15:clr>
            <a:srgbClr val="FBAE40"/>
          </p15:clr>
        </p15:guide>
        <p15:guide id="2" pos="383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Two Text Columns">
  <p:cSld name="Title + Two Text Columns">
    <p:spTree>
      <p:nvGrpSpPr>
        <p:cNvPr id="1" name="Shape 35"/>
        <p:cNvGrpSpPr/>
        <p:nvPr/>
      </p:nvGrpSpPr>
      <p:grpSpPr>
        <a:xfrm>
          <a:off x="0" y="0"/>
          <a:ext cx="0" cy="0"/>
          <a:chOff x="0" y="0"/>
          <a:chExt cx="0" cy="0"/>
        </a:xfrm>
      </p:grpSpPr>
      <p:pic>
        <p:nvPicPr>
          <p:cNvPr id="36" name="Google Shape;36;p18" descr="A black background with a black square&#10;&#10;AI-generated content may be incorrect."/>
          <p:cNvPicPr preferRelativeResize="0"/>
          <p:nvPr/>
        </p:nvPicPr>
        <p:blipFill rotWithShape="1">
          <a:blip r:embed="rId2">
            <a:alphaModFix/>
          </a:blip>
          <a:srcRect/>
          <a:stretch/>
        </p:blipFill>
        <p:spPr>
          <a:xfrm>
            <a:off x="11614150" y="277570"/>
            <a:ext cx="289238" cy="347857"/>
          </a:xfrm>
          <a:prstGeom prst="rect">
            <a:avLst/>
          </a:prstGeom>
          <a:noFill/>
          <a:ln>
            <a:noFill/>
          </a:ln>
        </p:spPr>
      </p:pic>
      <p:sp>
        <p:nvSpPr>
          <p:cNvPr id="37" name="Google Shape;37;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25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8"/>
          <p:cNvSpPr txBox="1">
            <a:spLocks noGrp="1"/>
          </p:cNvSpPr>
          <p:nvPr>
            <p:ph type="body" idx="1"/>
          </p:nvPr>
        </p:nvSpPr>
        <p:spPr>
          <a:xfrm>
            <a:off x="838200" y="1825625"/>
            <a:ext cx="5181600" cy="3863076"/>
          </a:xfrm>
          <a:prstGeom prst="rect">
            <a:avLst/>
          </a:prstGeom>
          <a:noFill/>
          <a:ln>
            <a:noFill/>
          </a:ln>
        </p:spPr>
        <p:txBody>
          <a:bodyPr spcFirstLastPara="1" wrap="square" lIns="91425" tIns="45700" rIns="91425" bIns="45700" anchor="t" anchorCtr="0">
            <a:normAutofit/>
          </a:bodyPr>
          <a:lstStyle>
            <a:lvl1pPr marL="457200" lvl="0" indent="-342900" algn="l">
              <a:lnSpc>
                <a:spcPct val="211111"/>
              </a:lnSpc>
              <a:spcBef>
                <a:spcPts val="0"/>
              </a:spcBef>
              <a:spcAft>
                <a:spcPts val="0"/>
              </a:spcAft>
              <a:buClr>
                <a:schemeClr val="dk1"/>
              </a:buClr>
              <a:buSzPts val="1800"/>
              <a:buChar char="›"/>
              <a:defRPr/>
            </a:lvl1pPr>
            <a:lvl2pPr marL="914400" lvl="1" indent="-342900" algn="l">
              <a:lnSpc>
                <a:spcPct val="166666"/>
              </a:lnSpc>
              <a:spcBef>
                <a:spcPts val="0"/>
              </a:spcBef>
              <a:spcAft>
                <a:spcPts val="0"/>
              </a:spcAft>
              <a:buClr>
                <a:schemeClr val="dk1"/>
              </a:buClr>
              <a:buSzPts val="1800"/>
              <a:buChar char="›"/>
              <a:defRPr/>
            </a:lvl2pPr>
            <a:lvl3pPr marL="1371600" lvl="2" indent="-342900" algn="l">
              <a:lnSpc>
                <a:spcPct val="166666"/>
              </a:lnSpc>
              <a:spcBef>
                <a:spcPts val="0"/>
              </a:spcBef>
              <a:spcAft>
                <a:spcPts val="0"/>
              </a:spcAft>
              <a:buClr>
                <a:schemeClr val="dk1"/>
              </a:buClr>
              <a:buSzPts val="1800"/>
              <a:buChar char="›"/>
              <a:defRPr/>
            </a:lvl3pPr>
            <a:lvl4pPr marL="1828800" lvl="3" indent="-342900" algn="l">
              <a:lnSpc>
                <a:spcPct val="138888"/>
              </a:lnSpc>
              <a:spcBef>
                <a:spcPts val="500"/>
              </a:spcBef>
              <a:spcAft>
                <a:spcPts val="0"/>
              </a:spcAft>
              <a:buClr>
                <a:schemeClr val="dk1"/>
              </a:buClr>
              <a:buSzPts val="1800"/>
              <a:buChar char="›"/>
              <a:defRPr/>
            </a:lvl4pPr>
            <a:lvl5pPr marL="2286000" lvl="4" indent="-342900" algn="l">
              <a:lnSpc>
                <a:spcPct val="116666"/>
              </a:lnSpc>
              <a:spcBef>
                <a:spcPts val="90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9" name="Google Shape;39;p18"/>
          <p:cNvSpPr txBox="1">
            <a:spLocks noGrp="1"/>
          </p:cNvSpPr>
          <p:nvPr>
            <p:ph type="body" idx="2"/>
          </p:nvPr>
        </p:nvSpPr>
        <p:spPr>
          <a:xfrm>
            <a:off x="6172200" y="1825625"/>
            <a:ext cx="5181600" cy="3863076"/>
          </a:xfrm>
          <a:prstGeom prst="rect">
            <a:avLst/>
          </a:prstGeom>
          <a:noFill/>
          <a:ln>
            <a:noFill/>
          </a:ln>
        </p:spPr>
        <p:txBody>
          <a:bodyPr spcFirstLastPara="1" wrap="square" lIns="91425" tIns="45700" rIns="91425" bIns="45700" anchor="t" anchorCtr="0">
            <a:normAutofit/>
          </a:bodyPr>
          <a:lstStyle>
            <a:lvl1pPr marL="457200" lvl="0" indent="-342900" algn="l">
              <a:lnSpc>
                <a:spcPct val="211111"/>
              </a:lnSpc>
              <a:spcBef>
                <a:spcPts val="0"/>
              </a:spcBef>
              <a:spcAft>
                <a:spcPts val="0"/>
              </a:spcAft>
              <a:buClr>
                <a:schemeClr val="dk1"/>
              </a:buClr>
              <a:buSzPts val="1800"/>
              <a:buChar char="›"/>
              <a:defRPr/>
            </a:lvl1pPr>
            <a:lvl2pPr marL="914400" lvl="1" indent="-342900" algn="l">
              <a:lnSpc>
                <a:spcPct val="166666"/>
              </a:lnSpc>
              <a:spcBef>
                <a:spcPts val="0"/>
              </a:spcBef>
              <a:spcAft>
                <a:spcPts val="0"/>
              </a:spcAft>
              <a:buClr>
                <a:schemeClr val="dk1"/>
              </a:buClr>
              <a:buSzPts val="1800"/>
              <a:buChar char="›"/>
              <a:defRPr/>
            </a:lvl2pPr>
            <a:lvl3pPr marL="1371600" lvl="2" indent="-342900" algn="l">
              <a:lnSpc>
                <a:spcPct val="166666"/>
              </a:lnSpc>
              <a:spcBef>
                <a:spcPts val="0"/>
              </a:spcBef>
              <a:spcAft>
                <a:spcPts val="0"/>
              </a:spcAft>
              <a:buClr>
                <a:schemeClr val="dk1"/>
              </a:buClr>
              <a:buSzPts val="1800"/>
              <a:buChar char="›"/>
              <a:defRPr/>
            </a:lvl3pPr>
            <a:lvl4pPr marL="1828800" lvl="3" indent="-342900" algn="l">
              <a:lnSpc>
                <a:spcPct val="138888"/>
              </a:lnSpc>
              <a:spcBef>
                <a:spcPts val="500"/>
              </a:spcBef>
              <a:spcAft>
                <a:spcPts val="0"/>
              </a:spcAft>
              <a:buClr>
                <a:schemeClr val="dk1"/>
              </a:buClr>
              <a:buSzPts val="1800"/>
              <a:buChar char="›"/>
              <a:defRPr/>
            </a:lvl4pPr>
            <a:lvl5pPr marL="2286000" lvl="4" indent="-342900" algn="l">
              <a:lnSpc>
                <a:spcPct val="116666"/>
              </a:lnSpc>
              <a:spcBef>
                <a:spcPts val="90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40" name="Google Shape;40;p18"/>
          <p:cNvPicPr preferRelativeResize="0"/>
          <p:nvPr/>
        </p:nvPicPr>
        <p:blipFill>
          <a:blip r:embed="rId3">
            <a:alphaModFix/>
          </a:blip>
          <a:stretch>
            <a:fillRect/>
          </a:stretch>
        </p:blipFill>
        <p:spPr>
          <a:xfrm>
            <a:off x="0" y="5715149"/>
            <a:ext cx="12190403" cy="1142851"/>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Image Column + Text Column">
  <p:cSld name="TItle + Image Column + Text Column">
    <p:spTree>
      <p:nvGrpSpPr>
        <p:cNvPr id="1" name="Shape 41"/>
        <p:cNvGrpSpPr/>
        <p:nvPr/>
      </p:nvGrpSpPr>
      <p:grpSpPr>
        <a:xfrm>
          <a:off x="0" y="0"/>
          <a:ext cx="0" cy="0"/>
          <a:chOff x="0" y="0"/>
          <a:chExt cx="0" cy="0"/>
        </a:xfrm>
      </p:grpSpPr>
      <p:sp>
        <p:nvSpPr>
          <p:cNvPr id="42" name="Google Shape;42;p19"/>
          <p:cNvSpPr/>
          <p:nvPr/>
        </p:nvSpPr>
        <p:spPr>
          <a:xfrm>
            <a:off x="478426" y="1008000"/>
            <a:ext cx="185948" cy="615553"/>
          </a:xfrm>
          <a:prstGeom prst="rect">
            <a:avLst/>
          </a:prstGeom>
          <a:noFill/>
          <a:ln>
            <a:noFill/>
          </a:ln>
        </p:spPr>
        <p:txBody>
          <a:bodyPr spcFirstLastPara="1" wrap="square" lIns="0" tIns="0" rIns="0" bIns="0" anchor="t" anchorCtr="0">
            <a:noAutofit/>
          </a:bodyPr>
          <a:lstStyle/>
          <a:p>
            <a:pPr marL="0" marR="0" lvl="0" indent="0" algn="l" rtl="0">
              <a:lnSpc>
                <a:spcPct val="112500"/>
              </a:lnSpc>
              <a:spcBef>
                <a:spcPts val="0"/>
              </a:spcBef>
              <a:spcAft>
                <a:spcPts val="0"/>
              </a:spcAft>
              <a:buNone/>
            </a:pPr>
            <a:endParaRPr sz="4000" b="0" i="0" u="none" strike="noStrike" cap="none">
              <a:solidFill>
                <a:schemeClr val="dk1"/>
              </a:solidFill>
              <a:latin typeface="Libre Franklin"/>
              <a:ea typeface="Libre Franklin"/>
              <a:cs typeface="Libre Franklin"/>
              <a:sym typeface="Libre Franklin"/>
            </a:endParaRPr>
          </a:p>
        </p:txBody>
      </p:sp>
      <p:pic>
        <p:nvPicPr>
          <p:cNvPr id="43" name="Google Shape;43;p19" descr="A black background with a black square&#10;&#10;AI-generated content may be incorrect."/>
          <p:cNvPicPr preferRelativeResize="0"/>
          <p:nvPr/>
        </p:nvPicPr>
        <p:blipFill rotWithShape="1">
          <a:blip r:embed="rId2">
            <a:alphaModFix/>
          </a:blip>
          <a:srcRect/>
          <a:stretch/>
        </p:blipFill>
        <p:spPr>
          <a:xfrm>
            <a:off x="11614150" y="277570"/>
            <a:ext cx="289238" cy="347857"/>
          </a:xfrm>
          <a:prstGeom prst="rect">
            <a:avLst/>
          </a:prstGeom>
          <a:noFill/>
          <a:ln>
            <a:noFill/>
          </a:ln>
        </p:spPr>
      </p:pic>
      <p:sp>
        <p:nvSpPr>
          <p:cNvPr id="44" name="Google Shape;44;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25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19"/>
          <p:cNvSpPr txBox="1">
            <a:spLocks noGrp="1"/>
          </p:cNvSpPr>
          <p:nvPr>
            <p:ph type="body" idx="1"/>
          </p:nvPr>
        </p:nvSpPr>
        <p:spPr>
          <a:xfrm>
            <a:off x="6257924" y="1819275"/>
            <a:ext cx="5095875" cy="3869425"/>
          </a:xfrm>
          <a:prstGeom prst="rect">
            <a:avLst/>
          </a:prstGeom>
          <a:noFill/>
          <a:ln>
            <a:noFill/>
          </a:ln>
        </p:spPr>
        <p:txBody>
          <a:bodyPr spcFirstLastPara="1" wrap="square" lIns="91425" tIns="45700" rIns="91425" bIns="45700" anchor="t" anchorCtr="0">
            <a:normAutofit/>
          </a:bodyPr>
          <a:lstStyle>
            <a:lvl1pPr marL="457200" lvl="0" indent="-342900" algn="l">
              <a:lnSpc>
                <a:spcPct val="211111"/>
              </a:lnSpc>
              <a:spcBef>
                <a:spcPts val="0"/>
              </a:spcBef>
              <a:spcAft>
                <a:spcPts val="0"/>
              </a:spcAft>
              <a:buClr>
                <a:schemeClr val="dk1"/>
              </a:buClr>
              <a:buSzPts val="1800"/>
              <a:buChar char="›"/>
              <a:defRPr/>
            </a:lvl1pPr>
            <a:lvl2pPr marL="914400" lvl="1" indent="-342900" algn="l">
              <a:lnSpc>
                <a:spcPct val="166666"/>
              </a:lnSpc>
              <a:spcBef>
                <a:spcPts val="0"/>
              </a:spcBef>
              <a:spcAft>
                <a:spcPts val="0"/>
              </a:spcAft>
              <a:buClr>
                <a:schemeClr val="dk1"/>
              </a:buClr>
              <a:buSzPts val="1800"/>
              <a:buChar char="›"/>
              <a:defRPr/>
            </a:lvl2pPr>
            <a:lvl3pPr marL="1371600" lvl="2" indent="-342900" algn="l">
              <a:lnSpc>
                <a:spcPct val="166666"/>
              </a:lnSpc>
              <a:spcBef>
                <a:spcPts val="0"/>
              </a:spcBef>
              <a:spcAft>
                <a:spcPts val="0"/>
              </a:spcAft>
              <a:buClr>
                <a:schemeClr val="dk1"/>
              </a:buClr>
              <a:buSzPts val="1800"/>
              <a:buChar char="›"/>
              <a:defRPr/>
            </a:lvl3pPr>
            <a:lvl4pPr marL="1828800" lvl="3" indent="-342900" algn="l">
              <a:lnSpc>
                <a:spcPct val="138888"/>
              </a:lnSpc>
              <a:spcBef>
                <a:spcPts val="500"/>
              </a:spcBef>
              <a:spcAft>
                <a:spcPts val="0"/>
              </a:spcAft>
              <a:buClr>
                <a:schemeClr val="dk1"/>
              </a:buClr>
              <a:buSzPts val="1800"/>
              <a:buChar char="›"/>
              <a:defRPr/>
            </a:lvl4pPr>
            <a:lvl5pPr marL="2286000" lvl="4" indent="-342900" algn="l">
              <a:lnSpc>
                <a:spcPct val="116666"/>
              </a:lnSpc>
              <a:spcBef>
                <a:spcPts val="90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6" name="Google Shape;46;p19"/>
          <p:cNvSpPr>
            <a:spLocks noGrp="1"/>
          </p:cNvSpPr>
          <p:nvPr>
            <p:ph type="pic" idx="2"/>
          </p:nvPr>
        </p:nvSpPr>
        <p:spPr>
          <a:xfrm>
            <a:off x="838200" y="1819275"/>
            <a:ext cx="5257800" cy="3869425"/>
          </a:xfrm>
          <a:prstGeom prst="rect">
            <a:avLst/>
          </a:prstGeom>
          <a:noFill/>
          <a:ln>
            <a:noFill/>
          </a:ln>
        </p:spPr>
        <p:txBody>
          <a:bodyPr/>
          <a:lstStyle/>
          <a:p>
            <a:endParaRPr lang="en-US"/>
          </a:p>
        </p:txBody>
      </p:sp>
      <p:pic>
        <p:nvPicPr>
          <p:cNvPr id="47" name="Google Shape;47;p19"/>
          <p:cNvPicPr preferRelativeResize="0"/>
          <p:nvPr/>
        </p:nvPicPr>
        <p:blipFill>
          <a:blip r:embed="rId3">
            <a:alphaModFix/>
          </a:blip>
          <a:stretch>
            <a:fillRect/>
          </a:stretch>
        </p:blipFill>
        <p:spPr>
          <a:xfrm>
            <a:off x="0" y="5715149"/>
            <a:ext cx="12190403" cy="1142851"/>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 Text Column + Image Column">
  <p:cSld name="TItle + Text Column + Image Column">
    <p:spTree>
      <p:nvGrpSpPr>
        <p:cNvPr id="1" name="Shape 48"/>
        <p:cNvGrpSpPr/>
        <p:nvPr/>
      </p:nvGrpSpPr>
      <p:grpSpPr>
        <a:xfrm>
          <a:off x="0" y="0"/>
          <a:ext cx="0" cy="0"/>
          <a:chOff x="0" y="0"/>
          <a:chExt cx="0" cy="0"/>
        </a:xfrm>
      </p:grpSpPr>
      <p:sp>
        <p:nvSpPr>
          <p:cNvPr id="49" name="Google Shape;49;p20"/>
          <p:cNvSpPr/>
          <p:nvPr/>
        </p:nvSpPr>
        <p:spPr>
          <a:xfrm>
            <a:off x="478426" y="1008000"/>
            <a:ext cx="185948" cy="615553"/>
          </a:xfrm>
          <a:prstGeom prst="rect">
            <a:avLst/>
          </a:prstGeom>
          <a:noFill/>
          <a:ln>
            <a:noFill/>
          </a:ln>
        </p:spPr>
        <p:txBody>
          <a:bodyPr spcFirstLastPara="1" wrap="square" lIns="0" tIns="0" rIns="0" bIns="0" anchor="t" anchorCtr="0">
            <a:noAutofit/>
          </a:bodyPr>
          <a:lstStyle/>
          <a:p>
            <a:pPr marL="0" marR="0" lvl="0" indent="0" algn="l" rtl="0">
              <a:lnSpc>
                <a:spcPct val="112500"/>
              </a:lnSpc>
              <a:spcBef>
                <a:spcPts val="0"/>
              </a:spcBef>
              <a:spcAft>
                <a:spcPts val="0"/>
              </a:spcAft>
              <a:buNone/>
            </a:pPr>
            <a:endParaRPr sz="4000" b="0" i="0" u="none" strike="noStrike" cap="none">
              <a:solidFill>
                <a:schemeClr val="dk1"/>
              </a:solidFill>
              <a:latin typeface="Libre Franklin"/>
              <a:ea typeface="Libre Franklin"/>
              <a:cs typeface="Libre Franklin"/>
              <a:sym typeface="Libre Franklin"/>
            </a:endParaRPr>
          </a:p>
        </p:txBody>
      </p:sp>
      <p:pic>
        <p:nvPicPr>
          <p:cNvPr id="50" name="Google Shape;50;p20" descr="A black background with a black square&#10;&#10;AI-generated content may be incorrect."/>
          <p:cNvPicPr preferRelativeResize="0"/>
          <p:nvPr/>
        </p:nvPicPr>
        <p:blipFill rotWithShape="1">
          <a:blip r:embed="rId2">
            <a:alphaModFix/>
          </a:blip>
          <a:srcRect/>
          <a:stretch/>
        </p:blipFill>
        <p:spPr>
          <a:xfrm>
            <a:off x="11614150" y="277570"/>
            <a:ext cx="289238" cy="347857"/>
          </a:xfrm>
          <a:prstGeom prst="rect">
            <a:avLst/>
          </a:prstGeom>
          <a:noFill/>
          <a:ln>
            <a:noFill/>
          </a:ln>
        </p:spPr>
      </p:pic>
      <p:sp>
        <p:nvSpPr>
          <p:cNvPr id="51" name="Google Shape;51;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25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20"/>
          <p:cNvSpPr txBox="1">
            <a:spLocks noGrp="1"/>
          </p:cNvSpPr>
          <p:nvPr>
            <p:ph type="body" idx="1"/>
          </p:nvPr>
        </p:nvSpPr>
        <p:spPr>
          <a:xfrm>
            <a:off x="838200" y="1819275"/>
            <a:ext cx="5095875" cy="3869426"/>
          </a:xfrm>
          <a:prstGeom prst="rect">
            <a:avLst/>
          </a:prstGeom>
          <a:noFill/>
          <a:ln>
            <a:noFill/>
          </a:ln>
        </p:spPr>
        <p:txBody>
          <a:bodyPr spcFirstLastPara="1" wrap="square" lIns="91425" tIns="45700" rIns="91425" bIns="45700" anchor="t" anchorCtr="0">
            <a:normAutofit/>
          </a:bodyPr>
          <a:lstStyle>
            <a:lvl1pPr marL="457200" lvl="0" indent="-342900" algn="l">
              <a:lnSpc>
                <a:spcPct val="211111"/>
              </a:lnSpc>
              <a:spcBef>
                <a:spcPts val="0"/>
              </a:spcBef>
              <a:spcAft>
                <a:spcPts val="0"/>
              </a:spcAft>
              <a:buClr>
                <a:schemeClr val="dk1"/>
              </a:buClr>
              <a:buSzPts val="1800"/>
              <a:buChar char="›"/>
              <a:defRPr/>
            </a:lvl1pPr>
            <a:lvl2pPr marL="914400" lvl="1" indent="-342900" algn="l">
              <a:lnSpc>
                <a:spcPct val="166666"/>
              </a:lnSpc>
              <a:spcBef>
                <a:spcPts val="0"/>
              </a:spcBef>
              <a:spcAft>
                <a:spcPts val="0"/>
              </a:spcAft>
              <a:buClr>
                <a:schemeClr val="dk1"/>
              </a:buClr>
              <a:buSzPts val="1800"/>
              <a:buChar char="›"/>
              <a:defRPr/>
            </a:lvl2pPr>
            <a:lvl3pPr marL="1371600" lvl="2" indent="-342900" algn="l">
              <a:lnSpc>
                <a:spcPct val="166666"/>
              </a:lnSpc>
              <a:spcBef>
                <a:spcPts val="0"/>
              </a:spcBef>
              <a:spcAft>
                <a:spcPts val="0"/>
              </a:spcAft>
              <a:buClr>
                <a:schemeClr val="dk1"/>
              </a:buClr>
              <a:buSzPts val="1800"/>
              <a:buChar char="›"/>
              <a:defRPr/>
            </a:lvl3pPr>
            <a:lvl4pPr marL="1828800" lvl="3" indent="-342900" algn="l">
              <a:lnSpc>
                <a:spcPct val="138888"/>
              </a:lnSpc>
              <a:spcBef>
                <a:spcPts val="500"/>
              </a:spcBef>
              <a:spcAft>
                <a:spcPts val="0"/>
              </a:spcAft>
              <a:buClr>
                <a:schemeClr val="dk1"/>
              </a:buClr>
              <a:buSzPts val="1800"/>
              <a:buChar char="›"/>
              <a:defRPr/>
            </a:lvl4pPr>
            <a:lvl5pPr marL="2286000" lvl="4" indent="-342900" algn="l">
              <a:lnSpc>
                <a:spcPct val="116666"/>
              </a:lnSpc>
              <a:spcBef>
                <a:spcPts val="90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3" name="Google Shape;53;p20"/>
          <p:cNvSpPr>
            <a:spLocks noGrp="1"/>
          </p:cNvSpPr>
          <p:nvPr>
            <p:ph type="pic" idx="2"/>
          </p:nvPr>
        </p:nvSpPr>
        <p:spPr>
          <a:xfrm>
            <a:off x="6257924" y="1819275"/>
            <a:ext cx="5095875" cy="3869426"/>
          </a:xfrm>
          <a:prstGeom prst="rect">
            <a:avLst/>
          </a:prstGeom>
          <a:noFill/>
          <a:ln>
            <a:noFill/>
          </a:ln>
        </p:spPr>
        <p:txBody>
          <a:bodyPr/>
          <a:lstStyle/>
          <a:p>
            <a:endParaRPr lang="en-US"/>
          </a:p>
        </p:txBody>
      </p:sp>
      <p:pic>
        <p:nvPicPr>
          <p:cNvPr id="54" name="Google Shape;54;p20"/>
          <p:cNvPicPr preferRelativeResize="0"/>
          <p:nvPr/>
        </p:nvPicPr>
        <p:blipFill>
          <a:blip r:embed="rId3">
            <a:alphaModFix/>
          </a:blip>
          <a:stretch>
            <a:fillRect/>
          </a:stretch>
        </p:blipFill>
        <p:spPr>
          <a:xfrm>
            <a:off x="0" y="5715149"/>
            <a:ext cx="12190403" cy="1142851"/>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Image Column + Captions">
  <p:cSld name="Two Image Column + Captions">
    <p:spTree>
      <p:nvGrpSpPr>
        <p:cNvPr id="1" name="Shape 55"/>
        <p:cNvGrpSpPr/>
        <p:nvPr/>
      </p:nvGrpSpPr>
      <p:grpSpPr>
        <a:xfrm>
          <a:off x="0" y="0"/>
          <a:ext cx="0" cy="0"/>
          <a:chOff x="0" y="0"/>
          <a:chExt cx="0" cy="0"/>
        </a:xfrm>
      </p:grpSpPr>
      <p:sp>
        <p:nvSpPr>
          <p:cNvPr id="56" name="Google Shape;56;p21"/>
          <p:cNvSpPr/>
          <p:nvPr/>
        </p:nvSpPr>
        <p:spPr>
          <a:xfrm>
            <a:off x="478426" y="1008000"/>
            <a:ext cx="185948" cy="615553"/>
          </a:xfrm>
          <a:prstGeom prst="rect">
            <a:avLst/>
          </a:prstGeom>
          <a:noFill/>
          <a:ln>
            <a:noFill/>
          </a:ln>
        </p:spPr>
        <p:txBody>
          <a:bodyPr spcFirstLastPara="1" wrap="square" lIns="0" tIns="0" rIns="0" bIns="0" anchor="t" anchorCtr="0">
            <a:noAutofit/>
          </a:bodyPr>
          <a:lstStyle/>
          <a:p>
            <a:pPr marL="0" marR="0" lvl="0" indent="0" algn="l" rtl="0">
              <a:lnSpc>
                <a:spcPct val="112500"/>
              </a:lnSpc>
              <a:spcBef>
                <a:spcPts val="0"/>
              </a:spcBef>
              <a:spcAft>
                <a:spcPts val="0"/>
              </a:spcAft>
              <a:buNone/>
            </a:pPr>
            <a:r>
              <a:rPr lang="en-US" sz="4000" b="0" i="0" u="none" strike="noStrike" cap="none">
                <a:solidFill>
                  <a:schemeClr val="lt1"/>
                </a:solidFill>
                <a:latin typeface="Libre Franklin"/>
                <a:ea typeface="Libre Franklin"/>
                <a:cs typeface="Libre Franklin"/>
                <a:sym typeface="Libre Franklin"/>
              </a:rPr>
              <a:t>\</a:t>
            </a:r>
            <a:endParaRPr/>
          </a:p>
        </p:txBody>
      </p:sp>
      <p:pic>
        <p:nvPicPr>
          <p:cNvPr id="57" name="Google Shape;57;p21" descr="A black background with a black square&#10;&#10;AI-generated content may be incorrect."/>
          <p:cNvPicPr preferRelativeResize="0"/>
          <p:nvPr/>
        </p:nvPicPr>
        <p:blipFill rotWithShape="1">
          <a:blip r:embed="rId2">
            <a:alphaModFix/>
          </a:blip>
          <a:srcRect/>
          <a:stretch/>
        </p:blipFill>
        <p:spPr>
          <a:xfrm>
            <a:off x="11614150" y="277570"/>
            <a:ext cx="289238" cy="347857"/>
          </a:xfrm>
          <a:prstGeom prst="rect">
            <a:avLst/>
          </a:prstGeom>
          <a:noFill/>
          <a:ln>
            <a:noFill/>
          </a:ln>
        </p:spPr>
      </p:pic>
      <p:sp>
        <p:nvSpPr>
          <p:cNvPr id="58" name="Google Shape;58;p21"/>
          <p:cNvSpPr>
            <a:spLocks noGrp="1"/>
          </p:cNvSpPr>
          <p:nvPr>
            <p:ph type="pic" idx="2"/>
          </p:nvPr>
        </p:nvSpPr>
        <p:spPr>
          <a:xfrm>
            <a:off x="245806" y="226141"/>
            <a:ext cx="5712339" cy="4934193"/>
          </a:xfrm>
          <a:prstGeom prst="rect">
            <a:avLst/>
          </a:prstGeom>
          <a:noFill/>
          <a:ln>
            <a:noFill/>
          </a:ln>
        </p:spPr>
        <p:txBody>
          <a:bodyPr/>
          <a:lstStyle/>
          <a:p>
            <a:endParaRPr lang="en-US"/>
          </a:p>
        </p:txBody>
      </p:sp>
      <p:sp>
        <p:nvSpPr>
          <p:cNvPr id="59" name="Google Shape;59;p21"/>
          <p:cNvSpPr txBox="1">
            <a:spLocks noGrp="1"/>
          </p:cNvSpPr>
          <p:nvPr>
            <p:ph type="body" idx="1"/>
          </p:nvPr>
        </p:nvSpPr>
        <p:spPr>
          <a:xfrm>
            <a:off x="245807" y="5285476"/>
            <a:ext cx="5712338" cy="403225"/>
          </a:xfrm>
          <a:prstGeom prst="rect">
            <a:avLst/>
          </a:prstGeom>
          <a:noFill/>
          <a:ln>
            <a:noFill/>
          </a:ln>
        </p:spPr>
        <p:txBody>
          <a:bodyPr spcFirstLastPara="1" wrap="square" lIns="91425" tIns="45700" rIns="91425" bIns="45700" anchor="t" anchorCtr="0">
            <a:noAutofit/>
          </a:bodyPr>
          <a:lstStyle>
            <a:lvl1pPr marL="457200" lvl="0" indent="-228600" algn="l">
              <a:lnSpc>
                <a:spcPct val="271428"/>
              </a:lnSpc>
              <a:spcBef>
                <a:spcPts val="0"/>
              </a:spcBef>
              <a:spcAft>
                <a:spcPts val="0"/>
              </a:spcAft>
              <a:buClr>
                <a:schemeClr val="dk1"/>
              </a:buClr>
              <a:buSzPts val="1400"/>
              <a:buNone/>
              <a:defRPr sz="1400"/>
            </a:lvl1pPr>
            <a:lvl2pPr marL="914400" lvl="1" indent="-342900" algn="l">
              <a:lnSpc>
                <a:spcPct val="166666"/>
              </a:lnSpc>
              <a:spcBef>
                <a:spcPts val="0"/>
              </a:spcBef>
              <a:spcAft>
                <a:spcPts val="0"/>
              </a:spcAft>
              <a:buClr>
                <a:schemeClr val="dk1"/>
              </a:buClr>
              <a:buSzPts val="1800"/>
              <a:buChar char="›"/>
              <a:defRPr/>
            </a:lvl2pPr>
            <a:lvl3pPr marL="1371600" lvl="2" indent="-342900" algn="l">
              <a:lnSpc>
                <a:spcPct val="166666"/>
              </a:lnSpc>
              <a:spcBef>
                <a:spcPts val="0"/>
              </a:spcBef>
              <a:spcAft>
                <a:spcPts val="0"/>
              </a:spcAft>
              <a:buClr>
                <a:schemeClr val="dk1"/>
              </a:buClr>
              <a:buSzPts val="1800"/>
              <a:buChar char="›"/>
              <a:defRPr/>
            </a:lvl3pPr>
            <a:lvl4pPr marL="1828800" lvl="3" indent="-342900" algn="l">
              <a:lnSpc>
                <a:spcPct val="138888"/>
              </a:lnSpc>
              <a:spcBef>
                <a:spcPts val="500"/>
              </a:spcBef>
              <a:spcAft>
                <a:spcPts val="0"/>
              </a:spcAft>
              <a:buClr>
                <a:schemeClr val="dk1"/>
              </a:buClr>
              <a:buSzPts val="1800"/>
              <a:buChar char="›"/>
              <a:defRPr/>
            </a:lvl4pPr>
            <a:lvl5pPr marL="2286000" lvl="4" indent="-342900" algn="l">
              <a:lnSpc>
                <a:spcPct val="116666"/>
              </a:lnSpc>
              <a:spcBef>
                <a:spcPts val="90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0" name="Google Shape;60;p21"/>
          <p:cNvSpPr>
            <a:spLocks noGrp="1"/>
          </p:cNvSpPr>
          <p:nvPr>
            <p:ph type="pic" idx="3"/>
          </p:nvPr>
        </p:nvSpPr>
        <p:spPr>
          <a:xfrm>
            <a:off x="6233855" y="226141"/>
            <a:ext cx="5712339" cy="4934193"/>
          </a:xfrm>
          <a:prstGeom prst="rect">
            <a:avLst/>
          </a:prstGeom>
          <a:noFill/>
          <a:ln>
            <a:noFill/>
          </a:ln>
        </p:spPr>
        <p:txBody>
          <a:bodyPr/>
          <a:lstStyle/>
          <a:p>
            <a:endParaRPr lang="en-US"/>
          </a:p>
        </p:txBody>
      </p:sp>
      <p:sp>
        <p:nvSpPr>
          <p:cNvPr id="61" name="Google Shape;61;p21"/>
          <p:cNvSpPr txBox="1">
            <a:spLocks noGrp="1"/>
          </p:cNvSpPr>
          <p:nvPr>
            <p:ph type="body" idx="4"/>
          </p:nvPr>
        </p:nvSpPr>
        <p:spPr>
          <a:xfrm>
            <a:off x="6233856" y="5285476"/>
            <a:ext cx="5712338" cy="403225"/>
          </a:xfrm>
          <a:prstGeom prst="rect">
            <a:avLst/>
          </a:prstGeom>
          <a:noFill/>
          <a:ln>
            <a:noFill/>
          </a:ln>
        </p:spPr>
        <p:txBody>
          <a:bodyPr spcFirstLastPara="1" wrap="square" lIns="91425" tIns="45700" rIns="91425" bIns="45700" anchor="t" anchorCtr="0">
            <a:noAutofit/>
          </a:bodyPr>
          <a:lstStyle>
            <a:lvl1pPr marL="457200" lvl="0" indent="-228600" algn="l">
              <a:lnSpc>
                <a:spcPct val="271428"/>
              </a:lnSpc>
              <a:spcBef>
                <a:spcPts val="0"/>
              </a:spcBef>
              <a:spcAft>
                <a:spcPts val="0"/>
              </a:spcAft>
              <a:buClr>
                <a:schemeClr val="dk1"/>
              </a:buClr>
              <a:buSzPts val="1400"/>
              <a:buNone/>
              <a:defRPr sz="1400"/>
            </a:lvl1pPr>
            <a:lvl2pPr marL="914400" lvl="1" indent="-342900" algn="l">
              <a:lnSpc>
                <a:spcPct val="166666"/>
              </a:lnSpc>
              <a:spcBef>
                <a:spcPts val="0"/>
              </a:spcBef>
              <a:spcAft>
                <a:spcPts val="0"/>
              </a:spcAft>
              <a:buClr>
                <a:schemeClr val="dk1"/>
              </a:buClr>
              <a:buSzPts val="1800"/>
              <a:buChar char="›"/>
              <a:defRPr/>
            </a:lvl2pPr>
            <a:lvl3pPr marL="1371600" lvl="2" indent="-342900" algn="l">
              <a:lnSpc>
                <a:spcPct val="166666"/>
              </a:lnSpc>
              <a:spcBef>
                <a:spcPts val="0"/>
              </a:spcBef>
              <a:spcAft>
                <a:spcPts val="0"/>
              </a:spcAft>
              <a:buClr>
                <a:schemeClr val="dk1"/>
              </a:buClr>
              <a:buSzPts val="1800"/>
              <a:buChar char="›"/>
              <a:defRPr/>
            </a:lvl3pPr>
            <a:lvl4pPr marL="1828800" lvl="3" indent="-342900" algn="l">
              <a:lnSpc>
                <a:spcPct val="138888"/>
              </a:lnSpc>
              <a:spcBef>
                <a:spcPts val="500"/>
              </a:spcBef>
              <a:spcAft>
                <a:spcPts val="0"/>
              </a:spcAft>
              <a:buClr>
                <a:schemeClr val="dk1"/>
              </a:buClr>
              <a:buSzPts val="1800"/>
              <a:buChar char="›"/>
              <a:defRPr/>
            </a:lvl4pPr>
            <a:lvl5pPr marL="2286000" lvl="4" indent="-342900" algn="l">
              <a:lnSpc>
                <a:spcPct val="116666"/>
              </a:lnSpc>
              <a:spcBef>
                <a:spcPts val="90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62" name="Google Shape;62;p21"/>
          <p:cNvPicPr preferRelativeResize="0"/>
          <p:nvPr/>
        </p:nvPicPr>
        <p:blipFill>
          <a:blip r:embed="rId3">
            <a:alphaModFix/>
          </a:blip>
          <a:stretch>
            <a:fillRect/>
          </a:stretch>
        </p:blipFill>
        <p:spPr>
          <a:xfrm>
            <a:off x="0" y="5715149"/>
            <a:ext cx="12190403" cy="1142851"/>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79"/>
        <p:cNvGrpSpPr/>
        <p:nvPr/>
      </p:nvGrpSpPr>
      <p:grpSpPr>
        <a:xfrm>
          <a:off x="0" y="0"/>
          <a:ext cx="0" cy="0"/>
          <a:chOff x="0" y="0"/>
          <a:chExt cx="0" cy="0"/>
        </a:xfrm>
      </p:grpSpPr>
      <p:sp>
        <p:nvSpPr>
          <p:cNvPr id="80" name="Google Shape;80;p26"/>
          <p:cNvSpPr/>
          <p:nvPr/>
        </p:nvSpPr>
        <p:spPr>
          <a:xfrm>
            <a:off x="478426" y="1008000"/>
            <a:ext cx="185948" cy="615553"/>
          </a:xfrm>
          <a:prstGeom prst="rect">
            <a:avLst/>
          </a:prstGeom>
          <a:noFill/>
          <a:ln>
            <a:noFill/>
          </a:ln>
        </p:spPr>
        <p:txBody>
          <a:bodyPr spcFirstLastPara="1" wrap="square" lIns="0" tIns="0" rIns="0" bIns="0" anchor="t" anchorCtr="0">
            <a:noAutofit/>
          </a:bodyPr>
          <a:lstStyle/>
          <a:p>
            <a:pPr marL="0" marR="0" lvl="0" indent="0" algn="l" rtl="0">
              <a:lnSpc>
                <a:spcPct val="112500"/>
              </a:lnSpc>
              <a:spcBef>
                <a:spcPts val="0"/>
              </a:spcBef>
              <a:spcAft>
                <a:spcPts val="0"/>
              </a:spcAft>
              <a:buNone/>
            </a:pPr>
            <a:endParaRPr sz="4000" b="0" i="0" u="none" strike="noStrike" cap="none">
              <a:solidFill>
                <a:schemeClr val="dk1"/>
              </a:solidFill>
              <a:latin typeface="Libre Franklin"/>
              <a:ea typeface="Libre Franklin"/>
              <a:cs typeface="Libre Franklin"/>
              <a:sym typeface="Libre Franklin"/>
            </a:endParaRPr>
          </a:p>
        </p:txBody>
      </p:sp>
      <p:pic>
        <p:nvPicPr>
          <p:cNvPr id="81" name="Google Shape;81;p26" descr="A black background with a black square&#10;&#10;AI-generated content may be incorrect."/>
          <p:cNvPicPr preferRelativeResize="0"/>
          <p:nvPr/>
        </p:nvPicPr>
        <p:blipFill rotWithShape="1">
          <a:blip r:embed="rId2">
            <a:alphaModFix/>
          </a:blip>
          <a:srcRect/>
          <a:stretch/>
        </p:blipFill>
        <p:spPr>
          <a:xfrm>
            <a:off x="11614150" y="277570"/>
            <a:ext cx="289238" cy="347857"/>
          </a:xfrm>
          <a:prstGeom prst="rect">
            <a:avLst/>
          </a:prstGeom>
          <a:noFill/>
          <a:ln>
            <a:noFill/>
          </a:ln>
        </p:spPr>
      </p:pic>
      <p:sp>
        <p:nvSpPr>
          <p:cNvPr id="82" name="Google Shape;82;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25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83" name="Google Shape;83;p26"/>
          <p:cNvPicPr preferRelativeResize="0"/>
          <p:nvPr/>
        </p:nvPicPr>
        <p:blipFill>
          <a:blip r:embed="rId3">
            <a:alphaModFix/>
          </a:blip>
          <a:stretch>
            <a:fillRect/>
          </a:stretch>
        </p:blipFill>
        <p:spPr>
          <a:xfrm>
            <a:off x="0" y="5715149"/>
            <a:ext cx="12190403" cy="1142851"/>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Image Only">
  <p:cSld name="Image Only">
    <p:spTree>
      <p:nvGrpSpPr>
        <p:cNvPr id="1" name="Shape 88"/>
        <p:cNvGrpSpPr/>
        <p:nvPr/>
      </p:nvGrpSpPr>
      <p:grpSpPr>
        <a:xfrm>
          <a:off x="0" y="0"/>
          <a:ext cx="0" cy="0"/>
          <a:chOff x="0" y="0"/>
          <a:chExt cx="0" cy="0"/>
        </a:xfrm>
      </p:grpSpPr>
      <p:pic>
        <p:nvPicPr>
          <p:cNvPr id="89" name="Google Shape;89;p28" descr="A black background with a black square&#10;&#10;AI-generated content may be incorrect."/>
          <p:cNvPicPr preferRelativeResize="0"/>
          <p:nvPr/>
        </p:nvPicPr>
        <p:blipFill rotWithShape="1">
          <a:blip r:embed="rId2">
            <a:alphaModFix/>
          </a:blip>
          <a:srcRect/>
          <a:stretch/>
        </p:blipFill>
        <p:spPr>
          <a:xfrm>
            <a:off x="11614150" y="277570"/>
            <a:ext cx="289238" cy="347857"/>
          </a:xfrm>
          <a:prstGeom prst="rect">
            <a:avLst/>
          </a:prstGeom>
          <a:noFill/>
          <a:ln>
            <a:noFill/>
          </a:ln>
        </p:spPr>
      </p:pic>
      <p:sp>
        <p:nvSpPr>
          <p:cNvPr id="90" name="Google Shape;90;p28"/>
          <p:cNvSpPr>
            <a:spLocks noGrp="1"/>
          </p:cNvSpPr>
          <p:nvPr>
            <p:ph type="pic" idx="2"/>
          </p:nvPr>
        </p:nvSpPr>
        <p:spPr>
          <a:xfrm>
            <a:off x="0" y="1"/>
            <a:ext cx="12192000" cy="5899774"/>
          </a:xfrm>
          <a:prstGeom prst="rect">
            <a:avLst/>
          </a:prstGeom>
          <a:noFill/>
          <a:ln>
            <a:noFill/>
          </a:ln>
        </p:spPr>
      </p:sp>
      <p:pic>
        <p:nvPicPr>
          <p:cNvPr id="91" name="Google Shape;91;p28"/>
          <p:cNvPicPr preferRelativeResize="0"/>
          <p:nvPr/>
        </p:nvPicPr>
        <p:blipFill>
          <a:blip r:embed="rId3">
            <a:alphaModFix/>
          </a:blip>
          <a:stretch>
            <a:fillRect/>
          </a:stretch>
        </p:blipFill>
        <p:spPr>
          <a:xfrm>
            <a:off x="0" y="5715149"/>
            <a:ext cx="12190403" cy="1142851"/>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hank You" type="title">
  <p:cSld name="TITLE">
    <p:bg>
      <p:bgPr>
        <a:blipFill>
          <a:blip r:embed="rId2">
            <a:alphaModFix/>
          </a:blip>
          <a:stretch>
            <a:fillRect/>
          </a:stretch>
        </a:blipFill>
        <a:effectLst/>
      </p:bgPr>
    </p:bg>
    <p:spTree>
      <p:nvGrpSpPr>
        <p:cNvPr id="1" name="Shape 95"/>
        <p:cNvGrpSpPr/>
        <p:nvPr/>
      </p:nvGrpSpPr>
      <p:grpSpPr>
        <a:xfrm>
          <a:off x="0" y="0"/>
          <a:ext cx="0" cy="0"/>
          <a:chOff x="0" y="0"/>
          <a:chExt cx="0" cy="0"/>
        </a:xfrm>
      </p:grpSpPr>
      <p:sp>
        <p:nvSpPr>
          <p:cNvPr id="96" name="Google Shape;96;p24"/>
          <p:cNvSpPr txBox="1">
            <a:spLocks noGrp="1"/>
          </p:cNvSpPr>
          <p:nvPr>
            <p:ph type="ctrTitle"/>
          </p:nvPr>
        </p:nvSpPr>
        <p:spPr>
          <a:xfrm>
            <a:off x="676187" y="3579966"/>
            <a:ext cx="4726406" cy="999177"/>
          </a:xfrm>
          <a:prstGeom prst="rect">
            <a:avLst/>
          </a:prstGeom>
          <a:noFill/>
          <a:ln>
            <a:noFill/>
          </a:ln>
          <a:effectLst>
            <a:outerShdw blurRad="50800" dist="38100" dir="2700000" algn="tl" rotWithShape="0">
              <a:srgbClr val="000000">
                <a:alpha val="40000"/>
              </a:srgbClr>
            </a:outerShdw>
          </a:effectLst>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4800"/>
              <a:buFont typeface="Libre Franklin Medium"/>
              <a:buNone/>
              <a:defRPr sz="4800" b="1">
                <a:latin typeface="Libre Franklin Medium"/>
                <a:ea typeface="Libre Franklin Medium"/>
                <a:cs typeface="Libre Franklin Medium"/>
                <a:sym typeface="Libre Franklin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7" name="Google Shape;97;p24"/>
          <p:cNvSpPr txBox="1">
            <a:spLocks noGrp="1"/>
          </p:cNvSpPr>
          <p:nvPr>
            <p:ph type="subTitle" idx="1"/>
          </p:nvPr>
        </p:nvSpPr>
        <p:spPr>
          <a:xfrm>
            <a:off x="676188" y="4819343"/>
            <a:ext cx="4459740" cy="1228086"/>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98" name="Google Shape;98;p24"/>
          <p:cNvPicPr preferRelativeResize="0"/>
          <p:nvPr/>
        </p:nvPicPr>
        <p:blipFill>
          <a:blip r:embed="rId3">
            <a:alphaModFix/>
          </a:blip>
          <a:stretch>
            <a:fillRect/>
          </a:stretch>
        </p:blipFill>
        <p:spPr>
          <a:xfrm>
            <a:off x="795596" y="524420"/>
            <a:ext cx="2614276" cy="14031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hank You + Image">
  <p:cSld name="Thank You + Image">
    <p:bg>
      <p:bgPr>
        <a:gradFill>
          <a:gsLst>
            <a:gs pos="0">
              <a:srgbClr val="002FAB"/>
            </a:gs>
            <a:gs pos="18000">
              <a:srgbClr val="002FAB"/>
            </a:gs>
            <a:gs pos="100000">
              <a:srgbClr val="0066CC"/>
            </a:gs>
          </a:gsLst>
          <a:lin ang="0" scaled="0"/>
        </a:gradFill>
        <a:effectLst/>
      </p:bgPr>
    </p:bg>
    <p:spTree>
      <p:nvGrpSpPr>
        <p:cNvPr id="1" name="Shape 99"/>
        <p:cNvGrpSpPr/>
        <p:nvPr/>
      </p:nvGrpSpPr>
      <p:grpSpPr>
        <a:xfrm>
          <a:off x="0" y="0"/>
          <a:ext cx="0" cy="0"/>
          <a:chOff x="0" y="0"/>
          <a:chExt cx="0" cy="0"/>
        </a:xfrm>
      </p:grpSpPr>
      <p:sp>
        <p:nvSpPr>
          <p:cNvPr id="100" name="Google Shape;100;p25"/>
          <p:cNvSpPr txBox="1">
            <a:spLocks noGrp="1"/>
          </p:cNvSpPr>
          <p:nvPr>
            <p:ph type="subTitle" idx="1"/>
          </p:nvPr>
        </p:nvSpPr>
        <p:spPr>
          <a:xfrm>
            <a:off x="676188" y="4816577"/>
            <a:ext cx="4459740" cy="1228086"/>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01" name="Google Shape;101;p25"/>
          <p:cNvSpPr>
            <a:spLocks noGrp="1"/>
          </p:cNvSpPr>
          <p:nvPr>
            <p:ph type="pic" idx="2"/>
          </p:nvPr>
        </p:nvSpPr>
        <p:spPr>
          <a:xfrm>
            <a:off x="6238063" y="0"/>
            <a:ext cx="5952350" cy="6858000"/>
          </a:xfrm>
          <a:prstGeom prst="rect">
            <a:avLst/>
          </a:prstGeom>
          <a:noFill/>
          <a:ln>
            <a:noFill/>
          </a:ln>
        </p:spPr>
        <p:txBody>
          <a:bodyPr/>
          <a:lstStyle/>
          <a:p>
            <a:endParaRPr lang="en-US"/>
          </a:p>
        </p:txBody>
      </p:sp>
      <p:sp>
        <p:nvSpPr>
          <p:cNvPr id="102" name="Google Shape;102;p25"/>
          <p:cNvSpPr txBox="1">
            <a:spLocks noGrp="1"/>
          </p:cNvSpPr>
          <p:nvPr>
            <p:ph type="ctrTitle"/>
          </p:nvPr>
        </p:nvSpPr>
        <p:spPr>
          <a:xfrm>
            <a:off x="676187" y="3579966"/>
            <a:ext cx="4726406" cy="999177"/>
          </a:xfrm>
          <a:prstGeom prst="rect">
            <a:avLst/>
          </a:prstGeom>
          <a:noFill/>
          <a:ln>
            <a:noFill/>
          </a:ln>
          <a:effectLst>
            <a:outerShdw blurRad="50800" dist="38100" dir="2700000" algn="tl" rotWithShape="0">
              <a:srgbClr val="000000">
                <a:alpha val="40000"/>
              </a:srgbClr>
            </a:outerShdw>
          </a:effectLst>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4800"/>
              <a:buFont typeface="Libre Franklin Medium"/>
              <a:buNone/>
              <a:defRPr sz="4800" b="1">
                <a:latin typeface="Libre Franklin Medium"/>
                <a:ea typeface="Libre Franklin Medium"/>
                <a:cs typeface="Libre Franklin Medium"/>
                <a:sym typeface="Libre Franklin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03" name="Google Shape;103;p25"/>
          <p:cNvPicPr preferRelativeResize="0"/>
          <p:nvPr/>
        </p:nvPicPr>
        <p:blipFill>
          <a:blip r:embed="rId2">
            <a:alphaModFix/>
          </a:blip>
          <a:stretch>
            <a:fillRect/>
          </a:stretch>
        </p:blipFill>
        <p:spPr>
          <a:xfrm>
            <a:off x="795596" y="524420"/>
            <a:ext cx="2614276" cy="140317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4">
            <a:alphaModFix/>
          </a:blip>
          <a:stretch>
            <a:fillRect/>
          </a:stretch>
        </a:blipFill>
        <a:effectLst/>
      </p:bgPr>
    </p:bg>
    <p:spTree>
      <p:nvGrpSpPr>
        <p:cNvPr id="1" name="Shape 9"/>
        <p:cNvGrpSpPr/>
        <p:nvPr/>
      </p:nvGrpSpPr>
      <p:grpSpPr>
        <a:xfrm>
          <a:off x="0" y="0"/>
          <a:ext cx="0" cy="0"/>
          <a:chOff x="0" y="0"/>
          <a:chExt cx="0" cy="0"/>
        </a:xfrm>
      </p:grpSpPr>
      <p:sp>
        <p:nvSpPr>
          <p:cNvPr id="10" name="Google Shape;10;p12"/>
          <p:cNvSpPr txBox="1">
            <a:spLocks noGrp="1"/>
          </p:cNvSpPr>
          <p:nvPr>
            <p:ph type="title"/>
          </p:nvPr>
        </p:nvSpPr>
        <p:spPr>
          <a:xfrm>
            <a:off x="838091" y="365126"/>
            <a:ext cx="105141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lt1"/>
              </a:buClr>
              <a:buSzPts val="4400"/>
              <a:buFont typeface="Roboto Medium"/>
              <a:buNone/>
              <a:defRPr sz="4400" b="0" i="0" u="none" strike="noStrike" cap="none">
                <a:solidFill>
                  <a:schemeClr val="lt1"/>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2"/>
          <p:cNvSpPr txBox="1">
            <a:spLocks noGrp="1"/>
          </p:cNvSpPr>
          <p:nvPr>
            <p:ph type="body" idx="1"/>
          </p:nvPr>
        </p:nvSpPr>
        <p:spPr>
          <a:xfrm>
            <a:off x="838091" y="1825625"/>
            <a:ext cx="10514100" cy="43512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chemeClr val="lt1"/>
              </a:buClr>
              <a:buSzPts val="2800"/>
              <a:buFont typeface="Arial"/>
              <a:buNone/>
              <a:defRPr sz="2800" b="0" i="0" u="none" strike="noStrike" cap="none">
                <a:solidFill>
                  <a:schemeClr val="lt1"/>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
        <p:cNvGrpSpPr/>
        <p:nvPr/>
      </p:nvGrpSpPr>
      <p:grpSpPr>
        <a:xfrm>
          <a:off x="0" y="0"/>
          <a:ext cx="0" cy="0"/>
          <a:chOff x="0" y="0"/>
          <a:chExt cx="0" cy="0"/>
        </a:xfrm>
      </p:grpSpPr>
      <p:sp>
        <p:nvSpPr>
          <p:cNvPr id="22" name="Google Shape;22;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112500"/>
              </a:lnSpc>
              <a:spcBef>
                <a:spcPts val="0"/>
              </a:spcBef>
              <a:spcAft>
                <a:spcPts val="0"/>
              </a:spcAft>
              <a:buClr>
                <a:schemeClr val="dk1"/>
              </a:buClr>
              <a:buSzPts val="4000"/>
              <a:buFont typeface="Libre Franklin Medium"/>
              <a:buNone/>
              <a:defRPr sz="4000" b="0" i="0" u="none" strike="noStrike" cap="none">
                <a:solidFill>
                  <a:schemeClr val="dk1"/>
                </a:solidFill>
                <a:latin typeface="Libre Franklin Medium"/>
                <a:ea typeface="Libre Franklin Medium"/>
                <a:cs typeface="Libre Franklin Medium"/>
                <a:sym typeface="Libre Frankli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19100" algn="l" rtl="0">
              <a:lnSpc>
                <a:spcPct val="126666"/>
              </a:lnSpc>
              <a:spcBef>
                <a:spcPts val="0"/>
              </a:spcBef>
              <a:spcAft>
                <a:spcPts val="0"/>
              </a:spcAft>
              <a:buClr>
                <a:schemeClr val="dk1"/>
              </a:buClr>
              <a:buSzPts val="3000"/>
              <a:buFont typeface="Calibri"/>
              <a:buChar char="›"/>
              <a:defRPr sz="3000" b="0" i="0" u="none" strike="noStrike" cap="none">
                <a:solidFill>
                  <a:schemeClr val="dk1"/>
                </a:solidFill>
                <a:latin typeface="Libre Franklin"/>
                <a:ea typeface="Libre Franklin"/>
                <a:cs typeface="Libre Franklin"/>
                <a:sym typeface="Libre Franklin"/>
              </a:defRPr>
            </a:lvl1pPr>
            <a:lvl2pPr marL="914400" marR="0" lvl="1" indent="-381000" algn="l" rtl="0">
              <a:lnSpc>
                <a:spcPct val="125000"/>
              </a:lnSpc>
              <a:spcBef>
                <a:spcPts val="0"/>
              </a:spcBef>
              <a:spcAft>
                <a:spcPts val="0"/>
              </a:spcAft>
              <a:buClr>
                <a:schemeClr val="dk1"/>
              </a:buClr>
              <a:buSzPts val="2400"/>
              <a:buFont typeface="Calibri"/>
              <a:buChar char="›"/>
              <a:defRPr sz="2400" b="0" i="0" u="none" strike="noStrike" cap="none">
                <a:solidFill>
                  <a:schemeClr val="dk1"/>
                </a:solidFill>
                <a:latin typeface="Libre Franklin"/>
                <a:ea typeface="Libre Franklin"/>
                <a:cs typeface="Libre Franklin"/>
                <a:sym typeface="Libre Franklin"/>
              </a:defRPr>
            </a:lvl2pPr>
            <a:lvl3pPr marL="1371600" marR="0" lvl="2" indent="-368300" algn="l" rtl="0">
              <a:lnSpc>
                <a:spcPct val="136363"/>
              </a:lnSpc>
              <a:spcBef>
                <a:spcPts val="0"/>
              </a:spcBef>
              <a:spcAft>
                <a:spcPts val="0"/>
              </a:spcAft>
              <a:buClr>
                <a:schemeClr val="dk1"/>
              </a:buClr>
              <a:buSzPts val="2200"/>
              <a:buFont typeface="Calibri"/>
              <a:buChar char="›"/>
              <a:defRPr sz="2200" b="0" i="0" u="none" strike="noStrike" cap="none">
                <a:solidFill>
                  <a:schemeClr val="dk1"/>
                </a:solidFill>
                <a:latin typeface="Libre Franklin"/>
                <a:ea typeface="Libre Franklin"/>
                <a:cs typeface="Libre Franklin"/>
                <a:sym typeface="Libre Franklin"/>
              </a:defRPr>
            </a:lvl3pPr>
            <a:lvl4pPr marL="1828800" marR="0" lvl="3" indent="-355600" algn="l" rtl="0">
              <a:lnSpc>
                <a:spcPct val="125000"/>
              </a:lnSpc>
              <a:spcBef>
                <a:spcPts val="500"/>
              </a:spcBef>
              <a:spcAft>
                <a:spcPts val="0"/>
              </a:spcAft>
              <a:buClr>
                <a:schemeClr val="dk1"/>
              </a:buClr>
              <a:buSzPts val="2000"/>
              <a:buFont typeface="Calibri"/>
              <a:buChar char="›"/>
              <a:defRPr sz="2000" b="0" i="0" u="none" strike="noStrike" cap="none">
                <a:solidFill>
                  <a:schemeClr val="dk1"/>
                </a:solidFill>
                <a:latin typeface="Libre Franklin"/>
                <a:ea typeface="Libre Franklin"/>
                <a:cs typeface="Libre Franklin"/>
                <a:sym typeface="Libre Franklin"/>
              </a:defRPr>
            </a:lvl4pPr>
            <a:lvl5pPr marL="2286000" marR="0" lvl="4" indent="-317500" algn="l" rtl="0">
              <a:lnSpc>
                <a:spcPct val="150000"/>
              </a:lnSpc>
              <a:spcBef>
                <a:spcPts val="900"/>
              </a:spcBef>
              <a:spcAft>
                <a:spcPts val="0"/>
              </a:spcAft>
              <a:buClr>
                <a:schemeClr val="dk1"/>
              </a:buClr>
              <a:buSzPts val="1400"/>
              <a:buFont typeface="Calibri"/>
              <a:buChar char="›"/>
              <a:defRPr sz="14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Libre Franklin"/>
                <a:ea typeface="Libre Franklin"/>
                <a:cs typeface="Libre Franklin"/>
                <a:sym typeface="Libre Franklin"/>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Libre Franklin"/>
                <a:ea typeface="Libre Franklin"/>
                <a:cs typeface="Libre Franklin"/>
                <a:sym typeface="Libre Franklin"/>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Libre Franklin"/>
                <a:ea typeface="Libre Franklin"/>
                <a:cs typeface="Libre Franklin"/>
                <a:sym typeface="Libre Franklin"/>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Libre Franklin"/>
                <a:ea typeface="Libre Franklin"/>
                <a:cs typeface="Libre Franklin"/>
                <a:sym typeface="Libre Franklin"/>
              </a:defRPr>
            </a:lvl9pPr>
          </a:lstStyle>
          <a:p>
            <a:endParaRPr/>
          </a:p>
        </p:txBody>
      </p:sp>
    </p:spTree>
  </p:cSld>
  <p:clrMap bg1="lt1" tx1="dk1" bg2="dk2"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9" r:id="rId7"/>
    <p:sldLayoutId id="2147483661"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4">
            <a:alphaModFix/>
          </a:blip>
          <a:stretch>
            <a:fillRect/>
          </a:stretch>
        </a:blipFill>
        <a:effectLst/>
      </p:bgPr>
    </p:bg>
    <p:spTree>
      <p:nvGrpSpPr>
        <p:cNvPr id="1" name="Shape 92"/>
        <p:cNvGrpSpPr/>
        <p:nvPr/>
      </p:nvGrpSpPr>
      <p:grpSpPr>
        <a:xfrm>
          <a:off x="0" y="0"/>
          <a:ext cx="0" cy="0"/>
          <a:chOff x="0" y="0"/>
          <a:chExt cx="0" cy="0"/>
        </a:xfrm>
      </p:grpSpPr>
      <p:sp>
        <p:nvSpPr>
          <p:cNvPr id="93" name="Google Shape;93;p23"/>
          <p:cNvSpPr txBox="1">
            <a:spLocks noGrp="1"/>
          </p:cNvSpPr>
          <p:nvPr>
            <p:ph type="title"/>
          </p:nvPr>
        </p:nvSpPr>
        <p:spPr>
          <a:xfrm>
            <a:off x="838091" y="365126"/>
            <a:ext cx="10514231"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lt1"/>
              </a:buClr>
              <a:buSzPts val="4400"/>
              <a:buFont typeface="Libre Franklin Medium"/>
              <a:buNone/>
              <a:defRPr sz="4400" b="0" i="0" u="none" strike="noStrike" cap="none">
                <a:solidFill>
                  <a:schemeClr val="lt1"/>
                </a:solidFill>
                <a:latin typeface="Libre Franklin Medium"/>
                <a:ea typeface="Libre Franklin Medium"/>
                <a:cs typeface="Libre Franklin Medium"/>
                <a:sym typeface="Libre Franklin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4" name="Google Shape;94;p23"/>
          <p:cNvSpPr txBox="1">
            <a:spLocks noGrp="1"/>
          </p:cNvSpPr>
          <p:nvPr>
            <p:ph type="body" idx="1"/>
          </p:nvPr>
        </p:nvSpPr>
        <p:spPr>
          <a:xfrm>
            <a:off x="838091" y="1825625"/>
            <a:ext cx="10514231" cy="435133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chemeClr val="lt1"/>
              </a:buClr>
              <a:buSzPts val="2800"/>
              <a:buFont typeface="Arial"/>
              <a:buNone/>
              <a:defRPr sz="2800" b="0" i="0" u="none" strike="noStrike" cap="none">
                <a:solidFill>
                  <a:schemeClr val="lt1"/>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9pPr>
          </a:lstStyle>
          <a:p>
            <a:endParaRPr/>
          </a:p>
        </p:txBody>
      </p:sp>
    </p:spTree>
  </p:cSld>
  <p:clrMap bg1="lt1" tx1="dk1" bg2="dk2" tx2="lt2" accent1="accent1" accent2="accent2" accent3="accent3" accent4="accent4" accent5="accent5" accent6="accent6" hlink="hlink" folHlink="folHlink"/>
  <p:sldLayoutIdLst>
    <p:sldLayoutId id="2147483663" r:id="rId1"/>
    <p:sldLayoutId id="214748366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9.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1.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
          <p:cNvSpPr txBox="1">
            <a:spLocks noGrp="1"/>
          </p:cNvSpPr>
          <p:nvPr>
            <p:ph type="ctrTitle"/>
          </p:nvPr>
        </p:nvSpPr>
        <p:spPr>
          <a:xfrm>
            <a:off x="676188" y="2235200"/>
            <a:ext cx="8715905" cy="2387600"/>
          </a:xfrm>
          <a:prstGeom prst="rect">
            <a:avLst/>
          </a:prstGeom>
          <a:noFill/>
          <a:ln>
            <a:noFill/>
          </a:ln>
          <a:effectLst>
            <a:outerShdw blurRad="165100" sx="71000" sy="71000" algn="ctr" rotWithShape="0">
              <a:srgbClr val="000000">
                <a:alpha val="43137"/>
              </a:srgbClr>
            </a:outerShdw>
          </a:effectLst>
        </p:spPr>
        <p:txBody>
          <a:bodyPr spcFirstLastPara="1" wrap="square" lIns="91425" tIns="45700" rIns="91425" bIns="45700" anchor="b" anchorCtr="0">
            <a:noAutofit/>
          </a:bodyPr>
          <a:lstStyle/>
          <a:p>
            <a:pPr lvl="0">
              <a:buSzPts val="5900"/>
            </a:pPr>
            <a:r>
              <a:rPr lang="en-US" sz="4800" dirty="0"/>
              <a:t>Build Smarter with AI: Creating SDS2 </a:t>
            </a:r>
            <a:r>
              <a:rPr lang="en-US" sz="4800" dirty="0" err="1"/>
              <a:t>Parametrics</a:t>
            </a:r>
            <a:r>
              <a:rPr lang="en-US" sz="4800" dirty="0"/>
              <a:t> and Applications Using the .NET API</a:t>
            </a:r>
            <a:endParaRPr sz="4800" dirty="0"/>
          </a:p>
        </p:txBody>
      </p:sp>
      <p:sp>
        <p:nvSpPr>
          <p:cNvPr id="109" name="Google Shape;109;p1"/>
          <p:cNvSpPr txBox="1">
            <a:spLocks noGrp="1"/>
          </p:cNvSpPr>
          <p:nvPr>
            <p:ph type="subTitle" idx="1"/>
          </p:nvPr>
        </p:nvSpPr>
        <p:spPr>
          <a:xfrm>
            <a:off x="676187" y="5088739"/>
            <a:ext cx="8715905" cy="369332"/>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0"/>
              </a:spcBef>
              <a:spcAft>
                <a:spcPts val="0"/>
              </a:spcAft>
              <a:buClr>
                <a:schemeClr val="lt1"/>
              </a:buClr>
              <a:buSzPct val="100000"/>
              <a:buNone/>
            </a:pPr>
            <a:r>
              <a:rPr lang="en-US" dirty="0"/>
              <a:t>Jason Bondioli - Bennett Services, LLC</a:t>
            </a:r>
            <a:endParaRPr dirty="0"/>
          </a:p>
          <a:p>
            <a:pPr marL="0" lvl="0" indent="0" algn="l" rtl="0">
              <a:lnSpc>
                <a:spcPct val="90000"/>
              </a:lnSpc>
              <a:spcBef>
                <a:spcPts val="1000"/>
              </a:spcBef>
              <a:spcAft>
                <a:spcPts val="0"/>
              </a:spcAft>
              <a:buClr>
                <a:schemeClr val="lt1"/>
              </a:buClr>
              <a:buSzPct val="100000"/>
              <a:buNone/>
            </a:pPr>
            <a:endParaRPr dirty="0"/>
          </a:p>
        </p:txBody>
      </p:sp>
      <p:pic>
        <p:nvPicPr>
          <p:cNvPr id="3" name="Picture 2">
            <a:extLst>
              <a:ext uri="{FF2B5EF4-FFF2-40B4-BE49-F238E27FC236}">
                <a16:creationId xmlns:a16="http://schemas.microsoft.com/office/drawing/2014/main" id="{2EC629AE-DA7B-96D5-E3A3-9E9AA04E04AA}"/>
              </a:ext>
            </a:extLst>
          </p:cNvPr>
          <p:cNvPicPr>
            <a:picLocks noChangeAspect="1"/>
          </p:cNvPicPr>
          <p:nvPr/>
        </p:nvPicPr>
        <p:blipFill>
          <a:blip r:embed="rId3"/>
          <a:stretch>
            <a:fillRect/>
          </a:stretch>
        </p:blipFill>
        <p:spPr>
          <a:xfrm>
            <a:off x="9603430" y="5245889"/>
            <a:ext cx="2370314" cy="140800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6" name="I_d_like_an_animation_of_some">
            <a:hlinkClick r:id="" action="ppaction://media"/>
            <a:extLst>
              <a:ext uri="{FF2B5EF4-FFF2-40B4-BE49-F238E27FC236}">
                <a16:creationId xmlns:a16="http://schemas.microsoft.com/office/drawing/2014/main" id="{B7DD55CD-A4E7-4A52-EAE6-0DBA2F6D77AB}"/>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286783" y="651231"/>
            <a:ext cx="8616672" cy="544179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06"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7803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112500"/>
              </a:lnSpc>
              <a:spcBef>
                <a:spcPts val="0"/>
              </a:spcBef>
              <a:spcAft>
                <a:spcPts val="0"/>
              </a:spcAft>
              <a:buClr>
                <a:schemeClr val="dk1"/>
              </a:buClr>
              <a:buSzPts val="4000"/>
              <a:buFont typeface="Libre Franklin Medium"/>
              <a:buNone/>
            </a:pPr>
            <a:r>
              <a:rPr lang="en-US" dirty="0"/>
              <a:t>Why am I here?</a:t>
            </a:r>
            <a:endParaRPr dirty="0"/>
          </a:p>
        </p:txBody>
      </p:sp>
      <p:sp>
        <p:nvSpPr>
          <p:cNvPr id="142" name="Google Shape;142;p6"/>
          <p:cNvSpPr txBox="1">
            <a:spLocks noGrp="1"/>
          </p:cNvSpPr>
          <p:nvPr>
            <p:ph type="body" idx="1"/>
          </p:nvPr>
        </p:nvSpPr>
        <p:spPr>
          <a:xfrm>
            <a:off x="838200" y="1819275"/>
            <a:ext cx="10515599" cy="3869425"/>
          </a:xfrm>
          <a:prstGeom prst="rect">
            <a:avLst/>
          </a:prstGeom>
          <a:noFill/>
          <a:ln>
            <a:noFill/>
          </a:ln>
        </p:spPr>
        <p:txBody>
          <a:bodyPr spcFirstLastPara="1" wrap="square" lIns="91425" tIns="45700" rIns="91425" bIns="45700" anchor="t" anchorCtr="0">
            <a:normAutofit/>
          </a:bodyPr>
          <a:lstStyle/>
          <a:p>
            <a:pPr marL="342900" lvl="0" indent="-342900" algn="l" rtl="0">
              <a:lnSpc>
                <a:spcPct val="126666"/>
              </a:lnSpc>
              <a:spcBef>
                <a:spcPts val="0"/>
              </a:spcBef>
              <a:spcAft>
                <a:spcPts val="0"/>
              </a:spcAft>
              <a:buClr>
                <a:schemeClr val="dk1"/>
              </a:buClr>
              <a:buSzPts val="3000"/>
              <a:buChar char="›"/>
            </a:pPr>
            <a:r>
              <a:rPr lang="en-US" dirty="0"/>
              <a:t>I am not an expert.</a:t>
            </a:r>
          </a:p>
          <a:p>
            <a:pPr marL="342900" lvl="0" indent="-342900" algn="l" rtl="0">
              <a:lnSpc>
                <a:spcPct val="126666"/>
              </a:lnSpc>
              <a:spcBef>
                <a:spcPts val="0"/>
              </a:spcBef>
              <a:spcAft>
                <a:spcPts val="0"/>
              </a:spcAft>
              <a:buClr>
                <a:schemeClr val="dk1"/>
              </a:buClr>
              <a:buSzPts val="3000"/>
              <a:buChar char="›"/>
            </a:pPr>
            <a:r>
              <a:rPr lang="en-US" dirty="0"/>
              <a:t>Sharing what I’ve learned.</a:t>
            </a:r>
          </a:p>
          <a:p>
            <a:pPr marL="342900" lvl="0" indent="-342900" algn="l" rtl="0">
              <a:lnSpc>
                <a:spcPct val="126666"/>
              </a:lnSpc>
              <a:spcBef>
                <a:spcPts val="0"/>
              </a:spcBef>
              <a:spcAft>
                <a:spcPts val="0"/>
              </a:spcAft>
              <a:buClr>
                <a:schemeClr val="dk1"/>
              </a:buClr>
              <a:buSzPts val="3000"/>
              <a:buChar char="›"/>
            </a:pPr>
            <a:r>
              <a:rPr lang="en-US" dirty="0"/>
              <a:t>Build a community of creators.</a:t>
            </a:r>
          </a:p>
          <a:p>
            <a:pPr marL="342900" lvl="0" indent="-342900" algn="l" rtl="0">
              <a:lnSpc>
                <a:spcPct val="126666"/>
              </a:lnSpc>
              <a:spcBef>
                <a:spcPts val="0"/>
              </a:spcBef>
              <a:spcAft>
                <a:spcPts val="0"/>
              </a:spcAft>
              <a:buClr>
                <a:schemeClr val="dk1"/>
              </a:buClr>
              <a:buSzPts val="3000"/>
              <a:buChar char="›"/>
            </a:pPr>
            <a:r>
              <a:rPr lang="en-US" dirty="0"/>
              <a:t>Eventually add to the available tools available to SDS2 user community.</a:t>
            </a:r>
            <a:endParaRPr dirty="0"/>
          </a:p>
          <a:p>
            <a:pPr marL="342900" lvl="0" indent="-152400" algn="l" rtl="0">
              <a:lnSpc>
                <a:spcPct val="126666"/>
              </a:lnSpc>
              <a:spcBef>
                <a:spcPts val="0"/>
              </a:spcBef>
              <a:spcAft>
                <a:spcPts val="0"/>
              </a:spcAft>
              <a:buClr>
                <a:schemeClr val="dk1"/>
              </a:buClr>
              <a:buSzPts val="3000"/>
              <a:buNone/>
            </a:pP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2">
                                            <p:txEl>
                                              <p:pRg st="0" end="0"/>
                                            </p:txEl>
                                          </p:spTgt>
                                        </p:tgtEl>
                                        <p:attrNameLst>
                                          <p:attrName>style.visibility</p:attrName>
                                        </p:attrNameLst>
                                      </p:cBhvr>
                                      <p:to>
                                        <p:strVal val="visible"/>
                                      </p:to>
                                    </p:set>
                                    <p:animEffect transition="in" filter="fade">
                                      <p:cBhvr>
                                        <p:cTn id="7" dur="250"/>
                                        <p:tgtEl>
                                          <p:spTgt spid="142">
                                            <p:txEl>
                                              <p:pRg st="0" end="0"/>
                                            </p:txEl>
                                          </p:spTgt>
                                        </p:tgtEl>
                                      </p:cBhvr>
                                    </p:animEffect>
                                    <p:anim calcmode="lin" valueType="num">
                                      <p:cBhvr>
                                        <p:cTn id="8" dur="250" fill="hold"/>
                                        <p:tgtEl>
                                          <p:spTgt spid="142">
                                            <p:txEl>
                                              <p:pRg st="0" end="0"/>
                                            </p:txEl>
                                          </p:spTgt>
                                        </p:tgtEl>
                                        <p:attrNameLst>
                                          <p:attrName>ppt_x</p:attrName>
                                        </p:attrNameLst>
                                      </p:cBhvr>
                                      <p:tavLst>
                                        <p:tav tm="0">
                                          <p:val>
                                            <p:strVal val="#ppt_x"/>
                                          </p:val>
                                        </p:tav>
                                        <p:tav tm="100000">
                                          <p:val>
                                            <p:strVal val="#ppt_x"/>
                                          </p:val>
                                        </p:tav>
                                      </p:tavLst>
                                    </p:anim>
                                    <p:anim calcmode="lin" valueType="num">
                                      <p:cBhvr>
                                        <p:cTn id="9" dur="250" fill="hold"/>
                                        <p:tgtEl>
                                          <p:spTgt spid="14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2">
                                            <p:txEl>
                                              <p:pRg st="1" end="1"/>
                                            </p:txEl>
                                          </p:spTgt>
                                        </p:tgtEl>
                                        <p:attrNameLst>
                                          <p:attrName>style.visibility</p:attrName>
                                        </p:attrNameLst>
                                      </p:cBhvr>
                                      <p:to>
                                        <p:strVal val="visible"/>
                                      </p:to>
                                    </p:set>
                                    <p:animEffect transition="in" filter="fade">
                                      <p:cBhvr>
                                        <p:cTn id="14" dur="250"/>
                                        <p:tgtEl>
                                          <p:spTgt spid="142">
                                            <p:txEl>
                                              <p:pRg st="1" end="1"/>
                                            </p:txEl>
                                          </p:spTgt>
                                        </p:tgtEl>
                                      </p:cBhvr>
                                    </p:animEffect>
                                    <p:anim calcmode="lin" valueType="num">
                                      <p:cBhvr>
                                        <p:cTn id="15" dur="250" fill="hold"/>
                                        <p:tgtEl>
                                          <p:spTgt spid="142">
                                            <p:txEl>
                                              <p:pRg st="1" end="1"/>
                                            </p:txEl>
                                          </p:spTgt>
                                        </p:tgtEl>
                                        <p:attrNameLst>
                                          <p:attrName>ppt_x</p:attrName>
                                        </p:attrNameLst>
                                      </p:cBhvr>
                                      <p:tavLst>
                                        <p:tav tm="0">
                                          <p:val>
                                            <p:strVal val="#ppt_x"/>
                                          </p:val>
                                        </p:tav>
                                        <p:tav tm="100000">
                                          <p:val>
                                            <p:strVal val="#ppt_x"/>
                                          </p:val>
                                        </p:tav>
                                      </p:tavLst>
                                    </p:anim>
                                    <p:anim calcmode="lin" valueType="num">
                                      <p:cBhvr>
                                        <p:cTn id="16" dur="250" fill="hold"/>
                                        <p:tgtEl>
                                          <p:spTgt spid="14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2">
                                            <p:txEl>
                                              <p:pRg st="2" end="2"/>
                                            </p:txEl>
                                          </p:spTgt>
                                        </p:tgtEl>
                                        <p:attrNameLst>
                                          <p:attrName>style.visibility</p:attrName>
                                        </p:attrNameLst>
                                      </p:cBhvr>
                                      <p:to>
                                        <p:strVal val="visible"/>
                                      </p:to>
                                    </p:set>
                                    <p:animEffect transition="in" filter="fade">
                                      <p:cBhvr>
                                        <p:cTn id="21" dur="250"/>
                                        <p:tgtEl>
                                          <p:spTgt spid="142">
                                            <p:txEl>
                                              <p:pRg st="2" end="2"/>
                                            </p:txEl>
                                          </p:spTgt>
                                        </p:tgtEl>
                                      </p:cBhvr>
                                    </p:animEffect>
                                    <p:anim calcmode="lin" valueType="num">
                                      <p:cBhvr>
                                        <p:cTn id="22" dur="250" fill="hold"/>
                                        <p:tgtEl>
                                          <p:spTgt spid="142">
                                            <p:txEl>
                                              <p:pRg st="2" end="2"/>
                                            </p:txEl>
                                          </p:spTgt>
                                        </p:tgtEl>
                                        <p:attrNameLst>
                                          <p:attrName>ppt_x</p:attrName>
                                        </p:attrNameLst>
                                      </p:cBhvr>
                                      <p:tavLst>
                                        <p:tav tm="0">
                                          <p:val>
                                            <p:strVal val="#ppt_x"/>
                                          </p:val>
                                        </p:tav>
                                        <p:tav tm="100000">
                                          <p:val>
                                            <p:strVal val="#ppt_x"/>
                                          </p:val>
                                        </p:tav>
                                      </p:tavLst>
                                    </p:anim>
                                    <p:anim calcmode="lin" valueType="num">
                                      <p:cBhvr>
                                        <p:cTn id="23" dur="250" fill="hold"/>
                                        <p:tgtEl>
                                          <p:spTgt spid="14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2">
                                            <p:txEl>
                                              <p:pRg st="3" end="3"/>
                                            </p:txEl>
                                          </p:spTgt>
                                        </p:tgtEl>
                                        <p:attrNameLst>
                                          <p:attrName>style.visibility</p:attrName>
                                        </p:attrNameLst>
                                      </p:cBhvr>
                                      <p:to>
                                        <p:strVal val="visible"/>
                                      </p:to>
                                    </p:set>
                                    <p:animEffect transition="in" filter="fade">
                                      <p:cBhvr>
                                        <p:cTn id="28" dur="250"/>
                                        <p:tgtEl>
                                          <p:spTgt spid="142">
                                            <p:txEl>
                                              <p:pRg st="3" end="3"/>
                                            </p:txEl>
                                          </p:spTgt>
                                        </p:tgtEl>
                                      </p:cBhvr>
                                    </p:animEffect>
                                    <p:anim calcmode="lin" valueType="num">
                                      <p:cBhvr>
                                        <p:cTn id="29" dur="250" fill="hold"/>
                                        <p:tgtEl>
                                          <p:spTgt spid="142">
                                            <p:txEl>
                                              <p:pRg st="3" end="3"/>
                                            </p:txEl>
                                          </p:spTgt>
                                        </p:tgtEl>
                                        <p:attrNameLst>
                                          <p:attrName>ppt_x</p:attrName>
                                        </p:attrNameLst>
                                      </p:cBhvr>
                                      <p:tavLst>
                                        <p:tav tm="0">
                                          <p:val>
                                            <p:strVal val="#ppt_x"/>
                                          </p:val>
                                        </p:tav>
                                        <p:tav tm="100000">
                                          <p:val>
                                            <p:strVal val="#ppt_x"/>
                                          </p:val>
                                        </p:tav>
                                      </p:tavLst>
                                    </p:anim>
                                    <p:anim calcmode="lin" valueType="num">
                                      <p:cBhvr>
                                        <p:cTn id="30" dur="250" fill="hold"/>
                                        <p:tgtEl>
                                          <p:spTgt spid="14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4AC0798E-CBC9-F516-BABA-7515EC97300D}"/>
            </a:ext>
          </a:extLst>
        </p:cNvPr>
        <p:cNvGrpSpPr/>
        <p:nvPr/>
      </p:nvGrpSpPr>
      <p:grpSpPr>
        <a:xfrm>
          <a:off x="0" y="0"/>
          <a:ext cx="0" cy="0"/>
          <a:chOff x="0" y="0"/>
          <a:chExt cx="0" cy="0"/>
        </a:xfrm>
      </p:grpSpPr>
      <p:sp>
        <p:nvSpPr>
          <p:cNvPr id="141" name="Google Shape;141;p6">
            <a:extLst>
              <a:ext uri="{FF2B5EF4-FFF2-40B4-BE49-F238E27FC236}">
                <a16:creationId xmlns:a16="http://schemas.microsoft.com/office/drawing/2014/main" id="{05E7021C-9D8C-52F3-318D-D5BFC51EB6BE}"/>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112500"/>
              </a:lnSpc>
              <a:spcBef>
                <a:spcPts val="0"/>
              </a:spcBef>
              <a:spcAft>
                <a:spcPts val="0"/>
              </a:spcAft>
              <a:buClr>
                <a:schemeClr val="dk1"/>
              </a:buClr>
              <a:buSzPts val="4000"/>
              <a:buFont typeface="Libre Franklin Medium"/>
              <a:buNone/>
            </a:pPr>
            <a:r>
              <a:rPr lang="en-US" dirty="0"/>
              <a:t>What’s the plan?</a:t>
            </a:r>
            <a:endParaRPr dirty="0"/>
          </a:p>
        </p:txBody>
      </p:sp>
      <p:sp>
        <p:nvSpPr>
          <p:cNvPr id="142" name="Google Shape;142;p6">
            <a:extLst>
              <a:ext uri="{FF2B5EF4-FFF2-40B4-BE49-F238E27FC236}">
                <a16:creationId xmlns:a16="http://schemas.microsoft.com/office/drawing/2014/main" id="{28F8CEE5-82E9-B30F-2D3F-119930353C33}"/>
              </a:ext>
            </a:extLst>
          </p:cNvPr>
          <p:cNvSpPr txBox="1">
            <a:spLocks noGrp="1"/>
          </p:cNvSpPr>
          <p:nvPr>
            <p:ph type="body" idx="1"/>
          </p:nvPr>
        </p:nvSpPr>
        <p:spPr>
          <a:xfrm>
            <a:off x="838200" y="1819275"/>
            <a:ext cx="10515599" cy="3869425"/>
          </a:xfrm>
          <a:prstGeom prst="rect">
            <a:avLst/>
          </a:prstGeom>
          <a:noFill/>
          <a:ln>
            <a:noFill/>
          </a:ln>
        </p:spPr>
        <p:txBody>
          <a:bodyPr spcFirstLastPara="1" wrap="square" lIns="91425" tIns="45700" rIns="91425" bIns="45700" anchor="t" anchorCtr="0">
            <a:normAutofit/>
          </a:bodyPr>
          <a:lstStyle/>
          <a:p>
            <a:pPr marL="342900" lvl="0" indent="-342900" algn="l" rtl="0">
              <a:lnSpc>
                <a:spcPct val="126666"/>
              </a:lnSpc>
              <a:spcBef>
                <a:spcPts val="0"/>
              </a:spcBef>
              <a:spcAft>
                <a:spcPts val="0"/>
              </a:spcAft>
              <a:buClr>
                <a:schemeClr val="dk1"/>
              </a:buClr>
              <a:buSzPts val="3000"/>
              <a:buChar char="›"/>
            </a:pPr>
            <a:r>
              <a:rPr lang="en-US" dirty="0"/>
              <a:t>Quick slideshow</a:t>
            </a:r>
          </a:p>
          <a:p>
            <a:pPr marL="342900" lvl="0" indent="-342900" algn="l" rtl="0">
              <a:lnSpc>
                <a:spcPct val="126666"/>
              </a:lnSpc>
              <a:spcBef>
                <a:spcPts val="0"/>
              </a:spcBef>
              <a:spcAft>
                <a:spcPts val="0"/>
              </a:spcAft>
              <a:buClr>
                <a:schemeClr val="dk1"/>
              </a:buClr>
              <a:buSzPts val="3000"/>
              <a:buChar char="›"/>
            </a:pPr>
            <a:r>
              <a:rPr lang="en-US" dirty="0"/>
              <a:t>Plugin setup &amp; prompting demonstration</a:t>
            </a:r>
          </a:p>
          <a:p>
            <a:pPr marL="342900" lvl="0" indent="-342900" algn="l" rtl="0">
              <a:lnSpc>
                <a:spcPct val="126666"/>
              </a:lnSpc>
              <a:spcBef>
                <a:spcPts val="0"/>
              </a:spcBef>
              <a:spcAft>
                <a:spcPts val="0"/>
              </a:spcAft>
              <a:buClr>
                <a:schemeClr val="dk1"/>
              </a:buClr>
              <a:buSzPts val="3000"/>
              <a:buChar char="›"/>
            </a:pPr>
            <a:r>
              <a:rPr lang="en-US" dirty="0"/>
              <a:t>Show and tell of tools built using AI</a:t>
            </a:r>
          </a:p>
          <a:p>
            <a:pPr marL="342900" lvl="0" indent="-342900" algn="l" rtl="0">
              <a:lnSpc>
                <a:spcPct val="126666"/>
              </a:lnSpc>
              <a:spcBef>
                <a:spcPts val="0"/>
              </a:spcBef>
              <a:spcAft>
                <a:spcPts val="0"/>
              </a:spcAft>
              <a:buClr>
                <a:schemeClr val="dk1"/>
              </a:buClr>
              <a:buSzPts val="3000"/>
              <a:buChar char="›"/>
            </a:pPr>
            <a:r>
              <a:rPr lang="en-US" dirty="0"/>
              <a:t>Q&amp;A</a:t>
            </a:r>
            <a:endParaRPr dirty="0"/>
          </a:p>
          <a:p>
            <a:pPr marL="342900" lvl="0" indent="-152400" algn="l" rtl="0">
              <a:lnSpc>
                <a:spcPct val="126666"/>
              </a:lnSpc>
              <a:spcBef>
                <a:spcPts val="0"/>
              </a:spcBef>
              <a:spcAft>
                <a:spcPts val="0"/>
              </a:spcAft>
              <a:buClr>
                <a:schemeClr val="dk1"/>
              </a:buClr>
              <a:buSzPts val="3000"/>
              <a:buNone/>
            </a:pPr>
            <a:endParaRPr dirty="0"/>
          </a:p>
        </p:txBody>
      </p:sp>
    </p:spTree>
    <p:extLst>
      <p:ext uri="{BB962C8B-B14F-4D97-AF65-F5344CB8AC3E}">
        <p14:creationId xmlns:p14="http://schemas.microsoft.com/office/powerpoint/2010/main" val="3400283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2">
                                            <p:txEl>
                                              <p:pRg st="0" end="0"/>
                                            </p:txEl>
                                          </p:spTgt>
                                        </p:tgtEl>
                                        <p:attrNameLst>
                                          <p:attrName>style.visibility</p:attrName>
                                        </p:attrNameLst>
                                      </p:cBhvr>
                                      <p:to>
                                        <p:strVal val="visible"/>
                                      </p:to>
                                    </p:set>
                                    <p:animEffect transition="in" filter="fade">
                                      <p:cBhvr>
                                        <p:cTn id="7" dur="250"/>
                                        <p:tgtEl>
                                          <p:spTgt spid="142">
                                            <p:txEl>
                                              <p:pRg st="0" end="0"/>
                                            </p:txEl>
                                          </p:spTgt>
                                        </p:tgtEl>
                                      </p:cBhvr>
                                    </p:animEffect>
                                    <p:anim calcmode="lin" valueType="num">
                                      <p:cBhvr>
                                        <p:cTn id="8" dur="250" fill="hold"/>
                                        <p:tgtEl>
                                          <p:spTgt spid="142">
                                            <p:txEl>
                                              <p:pRg st="0" end="0"/>
                                            </p:txEl>
                                          </p:spTgt>
                                        </p:tgtEl>
                                        <p:attrNameLst>
                                          <p:attrName>ppt_x</p:attrName>
                                        </p:attrNameLst>
                                      </p:cBhvr>
                                      <p:tavLst>
                                        <p:tav tm="0">
                                          <p:val>
                                            <p:strVal val="#ppt_x"/>
                                          </p:val>
                                        </p:tav>
                                        <p:tav tm="100000">
                                          <p:val>
                                            <p:strVal val="#ppt_x"/>
                                          </p:val>
                                        </p:tav>
                                      </p:tavLst>
                                    </p:anim>
                                    <p:anim calcmode="lin" valueType="num">
                                      <p:cBhvr>
                                        <p:cTn id="9" dur="250" fill="hold"/>
                                        <p:tgtEl>
                                          <p:spTgt spid="14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2">
                                            <p:txEl>
                                              <p:pRg st="1" end="1"/>
                                            </p:txEl>
                                          </p:spTgt>
                                        </p:tgtEl>
                                        <p:attrNameLst>
                                          <p:attrName>style.visibility</p:attrName>
                                        </p:attrNameLst>
                                      </p:cBhvr>
                                      <p:to>
                                        <p:strVal val="visible"/>
                                      </p:to>
                                    </p:set>
                                    <p:animEffect transition="in" filter="fade">
                                      <p:cBhvr>
                                        <p:cTn id="14" dur="250"/>
                                        <p:tgtEl>
                                          <p:spTgt spid="142">
                                            <p:txEl>
                                              <p:pRg st="1" end="1"/>
                                            </p:txEl>
                                          </p:spTgt>
                                        </p:tgtEl>
                                      </p:cBhvr>
                                    </p:animEffect>
                                    <p:anim calcmode="lin" valueType="num">
                                      <p:cBhvr>
                                        <p:cTn id="15" dur="250" fill="hold"/>
                                        <p:tgtEl>
                                          <p:spTgt spid="142">
                                            <p:txEl>
                                              <p:pRg st="1" end="1"/>
                                            </p:txEl>
                                          </p:spTgt>
                                        </p:tgtEl>
                                        <p:attrNameLst>
                                          <p:attrName>ppt_x</p:attrName>
                                        </p:attrNameLst>
                                      </p:cBhvr>
                                      <p:tavLst>
                                        <p:tav tm="0">
                                          <p:val>
                                            <p:strVal val="#ppt_x"/>
                                          </p:val>
                                        </p:tav>
                                        <p:tav tm="100000">
                                          <p:val>
                                            <p:strVal val="#ppt_x"/>
                                          </p:val>
                                        </p:tav>
                                      </p:tavLst>
                                    </p:anim>
                                    <p:anim calcmode="lin" valueType="num">
                                      <p:cBhvr>
                                        <p:cTn id="16" dur="250" fill="hold"/>
                                        <p:tgtEl>
                                          <p:spTgt spid="14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2">
                                            <p:txEl>
                                              <p:pRg st="2" end="2"/>
                                            </p:txEl>
                                          </p:spTgt>
                                        </p:tgtEl>
                                        <p:attrNameLst>
                                          <p:attrName>style.visibility</p:attrName>
                                        </p:attrNameLst>
                                      </p:cBhvr>
                                      <p:to>
                                        <p:strVal val="visible"/>
                                      </p:to>
                                    </p:set>
                                    <p:animEffect transition="in" filter="fade">
                                      <p:cBhvr>
                                        <p:cTn id="21" dur="250"/>
                                        <p:tgtEl>
                                          <p:spTgt spid="142">
                                            <p:txEl>
                                              <p:pRg st="2" end="2"/>
                                            </p:txEl>
                                          </p:spTgt>
                                        </p:tgtEl>
                                      </p:cBhvr>
                                    </p:animEffect>
                                    <p:anim calcmode="lin" valueType="num">
                                      <p:cBhvr>
                                        <p:cTn id="22" dur="250" fill="hold"/>
                                        <p:tgtEl>
                                          <p:spTgt spid="142">
                                            <p:txEl>
                                              <p:pRg st="2" end="2"/>
                                            </p:txEl>
                                          </p:spTgt>
                                        </p:tgtEl>
                                        <p:attrNameLst>
                                          <p:attrName>ppt_x</p:attrName>
                                        </p:attrNameLst>
                                      </p:cBhvr>
                                      <p:tavLst>
                                        <p:tav tm="0">
                                          <p:val>
                                            <p:strVal val="#ppt_x"/>
                                          </p:val>
                                        </p:tav>
                                        <p:tav tm="100000">
                                          <p:val>
                                            <p:strVal val="#ppt_x"/>
                                          </p:val>
                                        </p:tav>
                                      </p:tavLst>
                                    </p:anim>
                                    <p:anim calcmode="lin" valueType="num">
                                      <p:cBhvr>
                                        <p:cTn id="23" dur="250" fill="hold"/>
                                        <p:tgtEl>
                                          <p:spTgt spid="14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2">
                                            <p:txEl>
                                              <p:pRg st="3" end="3"/>
                                            </p:txEl>
                                          </p:spTgt>
                                        </p:tgtEl>
                                        <p:attrNameLst>
                                          <p:attrName>style.visibility</p:attrName>
                                        </p:attrNameLst>
                                      </p:cBhvr>
                                      <p:to>
                                        <p:strVal val="visible"/>
                                      </p:to>
                                    </p:set>
                                    <p:animEffect transition="in" filter="fade">
                                      <p:cBhvr>
                                        <p:cTn id="28" dur="250"/>
                                        <p:tgtEl>
                                          <p:spTgt spid="142">
                                            <p:txEl>
                                              <p:pRg st="3" end="3"/>
                                            </p:txEl>
                                          </p:spTgt>
                                        </p:tgtEl>
                                      </p:cBhvr>
                                    </p:animEffect>
                                    <p:anim calcmode="lin" valueType="num">
                                      <p:cBhvr>
                                        <p:cTn id="29" dur="250" fill="hold"/>
                                        <p:tgtEl>
                                          <p:spTgt spid="142">
                                            <p:txEl>
                                              <p:pRg st="3" end="3"/>
                                            </p:txEl>
                                          </p:spTgt>
                                        </p:tgtEl>
                                        <p:attrNameLst>
                                          <p:attrName>ppt_x</p:attrName>
                                        </p:attrNameLst>
                                      </p:cBhvr>
                                      <p:tavLst>
                                        <p:tav tm="0">
                                          <p:val>
                                            <p:strVal val="#ppt_x"/>
                                          </p:val>
                                        </p:tav>
                                        <p:tav tm="100000">
                                          <p:val>
                                            <p:strVal val="#ppt_x"/>
                                          </p:val>
                                        </p:tav>
                                      </p:tavLst>
                                    </p:anim>
                                    <p:anim calcmode="lin" valueType="num">
                                      <p:cBhvr>
                                        <p:cTn id="30" dur="250" fill="hold"/>
                                        <p:tgtEl>
                                          <p:spTgt spid="14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01E65407-5FCD-2BAD-7705-EF41F46C472E}"/>
            </a:ext>
          </a:extLst>
        </p:cNvPr>
        <p:cNvGrpSpPr/>
        <p:nvPr/>
      </p:nvGrpSpPr>
      <p:grpSpPr>
        <a:xfrm>
          <a:off x="0" y="0"/>
          <a:ext cx="0" cy="0"/>
          <a:chOff x="0" y="0"/>
          <a:chExt cx="0" cy="0"/>
        </a:xfrm>
      </p:grpSpPr>
      <p:sp>
        <p:nvSpPr>
          <p:cNvPr id="141" name="Google Shape;141;p6">
            <a:extLst>
              <a:ext uri="{FF2B5EF4-FFF2-40B4-BE49-F238E27FC236}">
                <a16:creationId xmlns:a16="http://schemas.microsoft.com/office/drawing/2014/main" id="{E22476CE-C21F-59CA-F72C-00539B91D9D8}"/>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112500"/>
              </a:lnSpc>
              <a:spcBef>
                <a:spcPts val="0"/>
              </a:spcBef>
              <a:spcAft>
                <a:spcPts val="0"/>
              </a:spcAft>
              <a:buClr>
                <a:schemeClr val="dk1"/>
              </a:buClr>
              <a:buSzPts val="4000"/>
              <a:buFont typeface="Libre Franklin Medium"/>
              <a:buNone/>
            </a:pPr>
            <a:r>
              <a:rPr lang="en-US" dirty="0"/>
              <a:t>Why am I not here to do?</a:t>
            </a:r>
            <a:endParaRPr dirty="0"/>
          </a:p>
        </p:txBody>
      </p:sp>
      <p:sp>
        <p:nvSpPr>
          <p:cNvPr id="142" name="Google Shape;142;p6">
            <a:extLst>
              <a:ext uri="{FF2B5EF4-FFF2-40B4-BE49-F238E27FC236}">
                <a16:creationId xmlns:a16="http://schemas.microsoft.com/office/drawing/2014/main" id="{C07ECF23-3494-1D0D-A76F-14AB2601C726}"/>
              </a:ext>
            </a:extLst>
          </p:cNvPr>
          <p:cNvSpPr txBox="1">
            <a:spLocks noGrp="1"/>
          </p:cNvSpPr>
          <p:nvPr>
            <p:ph type="body" idx="1"/>
          </p:nvPr>
        </p:nvSpPr>
        <p:spPr>
          <a:xfrm>
            <a:off x="838200" y="1819275"/>
            <a:ext cx="10515599" cy="3869425"/>
          </a:xfrm>
          <a:prstGeom prst="rect">
            <a:avLst/>
          </a:prstGeom>
          <a:noFill/>
          <a:ln>
            <a:noFill/>
          </a:ln>
        </p:spPr>
        <p:txBody>
          <a:bodyPr spcFirstLastPara="1" wrap="square" lIns="91425" tIns="45700" rIns="91425" bIns="45700" anchor="t" anchorCtr="0">
            <a:normAutofit/>
          </a:bodyPr>
          <a:lstStyle/>
          <a:p>
            <a:pPr marL="342900" lvl="0" indent="-342900" algn="l" rtl="0">
              <a:lnSpc>
                <a:spcPct val="126666"/>
              </a:lnSpc>
              <a:spcBef>
                <a:spcPts val="0"/>
              </a:spcBef>
              <a:spcAft>
                <a:spcPts val="0"/>
              </a:spcAft>
              <a:buClr>
                <a:schemeClr val="dk1"/>
              </a:buClr>
              <a:buSzPts val="3000"/>
              <a:buChar char="›"/>
            </a:pPr>
            <a:r>
              <a:rPr lang="en-US" dirty="0"/>
              <a:t>Discuss the political implications surrounding AI</a:t>
            </a:r>
          </a:p>
          <a:p>
            <a:pPr marL="342900" lvl="0" indent="-342900" algn="l" rtl="0">
              <a:lnSpc>
                <a:spcPct val="126666"/>
              </a:lnSpc>
              <a:spcBef>
                <a:spcPts val="0"/>
              </a:spcBef>
              <a:spcAft>
                <a:spcPts val="0"/>
              </a:spcAft>
              <a:buClr>
                <a:schemeClr val="dk1"/>
              </a:buClr>
              <a:buSzPts val="3000"/>
              <a:buChar char="›"/>
            </a:pPr>
            <a:r>
              <a:rPr lang="en-US" dirty="0"/>
              <a:t>Discuss the environmental impacts of AI data centers</a:t>
            </a:r>
          </a:p>
          <a:p>
            <a:pPr marL="342900" lvl="0" indent="-342900" algn="l" rtl="0">
              <a:lnSpc>
                <a:spcPct val="126666"/>
              </a:lnSpc>
              <a:spcBef>
                <a:spcPts val="0"/>
              </a:spcBef>
              <a:spcAft>
                <a:spcPts val="0"/>
              </a:spcAft>
              <a:buClr>
                <a:schemeClr val="dk1"/>
              </a:buClr>
              <a:buSzPts val="3000"/>
              <a:buChar char="›"/>
            </a:pPr>
            <a:r>
              <a:rPr lang="en-US" dirty="0"/>
              <a:t>Discuss the escape of AI agents heard in the news</a:t>
            </a:r>
          </a:p>
          <a:p>
            <a:pPr marL="342900" lvl="0" indent="-342900" algn="l" rtl="0">
              <a:lnSpc>
                <a:spcPct val="126666"/>
              </a:lnSpc>
              <a:spcBef>
                <a:spcPts val="0"/>
              </a:spcBef>
              <a:spcAft>
                <a:spcPts val="0"/>
              </a:spcAft>
              <a:buClr>
                <a:schemeClr val="dk1"/>
              </a:buClr>
              <a:buSzPts val="3000"/>
              <a:buChar char="›"/>
            </a:pPr>
            <a:r>
              <a:rPr lang="en-US" dirty="0"/>
              <a:t>Discuss the perceived threat of AI to our jobs</a:t>
            </a:r>
            <a:endParaRPr dirty="0"/>
          </a:p>
          <a:p>
            <a:pPr marL="342900" lvl="0" indent="-152400" algn="l" rtl="0">
              <a:lnSpc>
                <a:spcPct val="126666"/>
              </a:lnSpc>
              <a:spcBef>
                <a:spcPts val="0"/>
              </a:spcBef>
              <a:spcAft>
                <a:spcPts val="0"/>
              </a:spcAft>
              <a:buClr>
                <a:schemeClr val="dk1"/>
              </a:buClr>
              <a:buSzPts val="3000"/>
              <a:buNone/>
            </a:pPr>
            <a:endParaRPr dirty="0"/>
          </a:p>
        </p:txBody>
      </p:sp>
    </p:spTree>
    <p:extLst>
      <p:ext uri="{BB962C8B-B14F-4D97-AF65-F5344CB8AC3E}">
        <p14:creationId xmlns:p14="http://schemas.microsoft.com/office/powerpoint/2010/main" val="326422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2">
                                            <p:txEl>
                                              <p:pRg st="0" end="0"/>
                                            </p:txEl>
                                          </p:spTgt>
                                        </p:tgtEl>
                                        <p:attrNameLst>
                                          <p:attrName>style.visibility</p:attrName>
                                        </p:attrNameLst>
                                      </p:cBhvr>
                                      <p:to>
                                        <p:strVal val="visible"/>
                                      </p:to>
                                    </p:set>
                                    <p:animEffect transition="in" filter="fade">
                                      <p:cBhvr>
                                        <p:cTn id="7" dur="250"/>
                                        <p:tgtEl>
                                          <p:spTgt spid="142">
                                            <p:txEl>
                                              <p:pRg st="0" end="0"/>
                                            </p:txEl>
                                          </p:spTgt>
                                        </p:tgtEl>
                                      </p:cBhvr>
                                    </p:animEffect>
                                    <p:anim calcmode="lin" valueType="num">
                                      <p:cBhvr>
                                        <p:cTn id="8" dur="250" fill="hold"/>
                                        <p:tgtEl>
                                          <p:spTgt spid="142">
                                            <p:txEl>
                                              <p:pRg st="0" end="0"/>
                                            </p:txEl>
                                          </p:spTgt>
                                        </p:tgtEl>
                                        <p:attrNameLst>
                                          <p:attrName>ppt_x</p:attrName>
                                        </p:attrNameLst>
                                      </p:cBhvr>
                                      <p:tavLst>
                                        <p:tav tm="0">
                                          <p:val>
                                            <p:strVal val="#ppt_x"/>
                                          </p:val>
                                        </p:tav>
                                        <p:tav tm="100000">
                                          <p:val>
                                            <p:strVal val="#ppt_x"/>
                                          </p:val>
                                        </p:tav>
                                      </p:tavLst>
                                    </p:anim>
                                    <p:anim calcmode="lin" valueType="num">
                                      <p:cBhvr>
                                        <p:cTn id="9" dur="250" fill="hold"/>
                                        <p:tgtEl>
                                          <p:spTgt spid="14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2">
                                            <p:txEl>
                                              <p:pRg st="1" end="1"/>
                                            </p:txEl>
                                          </p:spTgt>
                                        </p:tgtEl>
                                        <p:attrNameLst>
                                          <p:attrName>style.visibility</p:attrName>
                                        </p:attrNameLst>
                                      </p:cBhvr>
                                      <p:to>
                                        <p:strVal val="visible"/>
                                      </p:to>
                                    </p:set>
                                    <p:animEffect transition="in" filter="fade">
                                      <p:cBhvr>
                                        <p:cTn id="14" dur="250"/>
                                        <p:tgtEl>
                                          <p:spTgt spid="142">
                                            <p:txEl>
                                              <p:pRg st="1" end="1"/>
                                            </p:txEl>
                                          </p:spTgt>
                                        </p:tgtEl>
                                      </p:cBhvr>
                                    </p:animEffect>
                                    <p:anim calcmode="lin" valueType="num">
                                      <p:cBhvr>
                                        <p:cTn id="15" dur="250" fill="hold"/>
                                        <p:tgtEl>
                                          <p:spTgt spid="142">
                                            <p:txEl>
                                              <p:pRg st="1" end="1"/>
                                            </p:txEl>
                                          </p:spTgt>
                                        </p:tgtEl>
                                        <p:attrNameLst>
                                          <p:attrName>ppt_x</p:attrName>
                                        </p:attrNameLst>
                                      </p:cBhvr>
                                      <p:tavLst>
                                        <p:tav tm="0">
                                          <p:val>
                                            <p:strVal val="#ppt_x"/>
                                          </p:val>
                                        </p:tav>
                                        <p:tav tm="100000">
                                          <p:val>
                                            <p:strVal val="#ppt_x"/>
                                          </p:val>
                                        </p:tav>
                                      </p:tavLst>
                                    </p:anim>
                                    <p:anim calcmode="lin" valueType="num">
                                      <p:cBhvr>
                                        <p:cTn id="16" dur="250" fill="hold"/>
                                        <p:tgtEl>
                                          <p:spTgt spid="14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2">
                                            <p:txEl>
                                              <p:pRg st="2" end="2"/>
                                            </p:txEl>
                                          </p:spTgt>
                                        </p:tgtEl>
                                        <p:attrNameLst>
                                          <p:attrName>style.visibility</p:attrName>
                                        </p:attrNameLst>
                                      </p:cBhvr>
                                      <p:to>
                                        <p:strVal val="visible"/>
                                      </p:to>
                                    </p:set>
                                    <p:animEffect transition="in" filter="fade">
                                      <p:cBhvr>
                                        <p:cTn id="21" dur="250"/>
                                        <p:tgtEl>
                                          <p:spTgt spid="142">
                                            <p:txEl>
                                              <p:pRg st="2" end="2"/>
                                            </p:txEl>
                                          </p:spTgt>
                                        </p:tgtEl>
                                      </p:cBhvr>
                                    </p:animEffect>
                                    <p:anim calcmode="lin" valueType="num">
                                      <p:cBhvr>
                                        <p:cTn id="22" dur="250" fill="hold"/>
                                        <p:tgtEl>
                                          <p:spTgt spid="142">
                                            <p:txEl>
                                              <p:pRg st="2" end="2"/>
                                            </p:txEl>
                                          </p:spTgt>
                                        </p:tgtEl>
                                        <p:attrNameLst>
                                          <p:attrName>ppt_x</p:attrName>
                                        </p:attrNameLst>
                                      </p:cBhvr>
                                      <p:tavLst>
                                        <p:tav tm="0">
                                          <p:val>
                                            <p:strVal val="#ppt_x"/>
                                          </p:val>
                                        </p:tav>
                                        <p:tav tm="100000">
                                          <p:val>
                                            <p:strVal val="#ppt_x"/>
                                          </p:val>
                                        </p:tav>
                                      </p:tavLst>
                                    </p:anim>
                                    <p:anim calcmode="lin" valueType="num">
                                      <p:cBhvr>
                                        <p:cTn id="23" dur="250" fill="hold"/>
                                        <p:tgtEl>
                                          <p:spTgt spid="14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2">
                                            <p:txEl>
                                              <p:pRg st="3" end="3"/>
                                            </p:txEl>
                                          </p:spTgt>
                                        </p:tgtEl>
                                        <p:attrNameLst>
                                          <p:attrName>style.visibility</p:attrName>
                                        </p:attrNameLst>
                                      </p:cBhvr>
                                      <p:to>
                                        <p:strVal val="visible"/>
                                      </p:to>
                                    </p:set>
                                    <p:animEffect transition="in" filter="fade">
                                      <p:cBhvr>
                                        <p:cTn id="28" dur="250"/>
                                        <p:tgtEl>
                                          <p:spTgt spid="142">
                                            <p:txEl>
                                              <p:pRg st="3" end="3"/>
                                            </p:txEl>
                                          </p:spTgt>
                                        </p:tgtEl>
                                      </p:cBhvr>
                                    </p:animEffect>
                                    <p:anim calcmode="lin" valueType="num">
                                      <p:cBhvr>
                                        <p:cTn id="29" dur="250" fill="hold"/>
                                        <p:tgtEl>
                                          <p:spTgt spid="142">
                                            <p:txEl>
                                              <p:pRg st="3" end="3"/>
                                            </p:txEl>
                                          </p:spTgt>
                                        </p:tgtEl>
                                        <p:attrNameLst>
                                          <p:attrName>ppt_x</p:attrName>
                                        </p:attrNameLst>
                                      </p:cBhvr>
                                      <p:tavLst>
                                        <p:tav tm="0">
                                          <p:val>
                                            <p:strVal val="#ppt_x"/>
                                          </p:val>
                                        </p:tav>
                                        <p:tav tm="100000">
                                          <p:val>
                                            <p:strVal val="#ppt_x"/>
                                          </p:val>
                                        </p:tav>
                                      </p:tavLst>
                                    </p:anim>
                                    <p:anim calcmode="lin" valueType="num">
                                      <p:cBhvr>
                                        <p:cTn id="30" dur="250" fill="hold"/>
                                        <p:tgtEl>
                                          <p:spTgt spid="14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112500"/>
              </a:lnSpc>
              <a:spcBef>
                <a:spcPts val="0"/>
              </a:spcBef>
              <a:spcAft>
                <a:spcPts val="0"/>
              </a:spcAft>
              <a:buClr>
                <a:schemeClr val="dk1"/>
              </a:buClr>
              <a:buSzPts val="4000"/>
              <a:buFont typeface="Libre Franklin Medium"/>
              <a:buNone/>
            </a:pPr>
            <a:r>
              <a:rPr lang="en-US" dirty="0"/>
              <a:t>Why should I use AI with SDS2?</a:t>
            </a:r>
            <a:endParaRPr dirty="0"/>
          </a:p>
        </p:txBody>
      </p:sp>
      <p:sp>
        <p:nvSpPr>
          <p:cNvPr id="129" name="Google Shape;129;p4"/>
          <p:cNvSpPr txBox="1">
            <a:spLocks noGrp="1"/>
          </p:cNvSpPr>
          <p:nvPr>
            <p:ph type="body" idx="1"/>
          </p:nvPr>
        </p:nvSpPr>
        <p:spPr>
          <a:xfrm>
            <a:off x="838200" y="1825625"/>
            <a:ext cx="10515600" cy="3863076"/>
          </a:xfrm>
          <a:prstGeom prst="rect">
            <a:avLst/>
          </a:prstGeom>
          <a:noFill/>
          <a:ln>
            <a:noFill/>
          </a:ln>
        </p:spPr>
        <p:txBody>
          <a:bodyPr spcFirstLastPara="1" wrap="square" lIns="91425" tIns="45700" rIns="91425" bIns="45700" anchor="t" anchorCtr="0">
            <a:normAutofit/>
          </a:bodyPr>
          <a:lstStyle/>
          <a:p>
            <a:pPr marL="342900" lvl="0" indent="-342900" algn="l" rtl="0">
              <a:lnSpc>
                <a:spcPct val="126666"/>
              </a:lnSpc>
              <a:spcBef>
                <a:spcPts val="0"/>
              </a:spcBef>
              <a:spcAft>
                <a:spcPts val="0"/>
              </a:spcAft>
              <a:buClr>
                <a:schemeClr val="dk1"/>
              </a:buClr>
              <a:buSzPts val="3000"/>
              <a:buChar char="›"/>
            </a:pPr>
            <a:r>
              <a:rPr lang="en-US" dirty="0"/>
              <a:t>Build tools the way YOU want.</a:t>
            </a:r>
          </a:p>
          <a:p>
            <a:pPr marL="342900" lvl="0" indent="-342900" algn="l" rtl="0">
              <a:lnSpc>
                <a:spcPct val="126666"/>
              </a:lnSpc>
              <a:spcBef>
                <a:spcPts val="0"/>
              </a:spcBef>
              <a:spcAft>
                <a:spcPts val="0"/>
              </a:spcAft>
              <a:buClr>
                <a:schemeClr val="dk1"/>
              </a:buClr>
              <a:buSzPts val="3000"/>
              <a:buChar char="›"/>
            </a:pPr>
            <a:r>
              <a:rPr lang="en-US" dirty="0"/>
              <a:t>Customize existing tools for specific situations.</a:t>
            </a:r>
          </a:p>
          <a:p>
            <a:pPr marL="342900" lvl="0" indent="-342900" algn="l" rtl="0">
              <a:lnSpc>
                <a:spcPct val="126666"/>
              </a:lnSpc>
              <a:spcBef>
                <a:spcPts val="0"/>
              </a:spcBef>
              <a:spcAft>
                <a:spcPts val="0"/>
              </a:spcAft>
              <a:buClr>
                <a:schemeClr val="dk1"/>
              </a:buClr>
              <a:buSzPts val="3000"/>
              <a:buChar char="›"/>
            </a:pPr>
            <a:r>
              <a:rPr lang="en-US" dirty="0"/>
              <a:t>Extract meaningful data cleanly.</a:t>
            </a:r>
          </a:p>
          <a:p>
            <a:pPr marL="342900" lvl="0" indent="-342900" algn="l" rtl="0">
              <a:lnSpc>
                <a:spcPct val="126666"/>
              </a:lnSpc>
              <a:spcBef>
                <a:spcPts val="0"/>
              </a:spcBef>
              <a:spcAft>
                <a:spcPts val="0"/>
              </a:spcAft>
              <a:buClr>
                <a:schemeClr val="dk1"/>
              </a:buClr>
              <a:buSzPts val="3000"/>
              <a:buChar char="›"/>
            </a:pPr>
            <a:r>
              <a:rPr lang="en-US" dirty="0"/>
              <a:t>Spend an hour today to save hours next week.</a:t>
            </a:r>
          </a:p>
          <a:p>
            <a:pPr marL="342900" lvl="0" indent="-342900" algn="l" rtl="0">
              <a:lnSpc>
                <a:spcPct val="126666"/>
              </a:lnSpc>
              <a:spcBef>
                <a:spcPts val="0"/>
              </a:spcBef>
              <a:spcAft>
                <a:spcPts val="0"/>
              </a:spcAft>
              <a:buClr>
                <a:schemeClr val="dk1"/>
              </a:buClr>
              <a:buSzPts val="3000"/>
              <a:buChar char="›"/>
            </a:pPr>
            <a:r>
              <a:rPr lang="en-US" dirty="0"/>
              <a:t>Learn a new skill!</a:t>
            </a:r>
            <a:endParaRPr dirty="0"/>
          </a:p>
          <a:p>
            <a:pPr marL="342900" lvl="0" indent="-152400" algn="l" rtl="0">
              <a:lnSpc>
                <a:spcPct val="126666"/>
              </a:lnSpc>
              <a:spcBef>
                <a:spcPts val="0"/>
              </a:spcBef>
              <a:spcAft>
                <a:spcPts val="0"/>
              </a:spcAft>
              <a:buClr>
                <a:schemeClr val="dk1"/>
              </a:buClr>
              <a:buSzPts val="3000"/>
              <a:buNone/>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7">
          <a:extLst>
            <a:ext uri="{FF2B5EF4-FFF2-40B4-BE49-F238E27FC236}">
              <a16:creationId xmlns:a16="http://schemas.microsoft.com/office/drawing/2014/main" id="{0E7B8178-807F-52DE-048F-8692FE58D078}"/>
            </a:ext>
          </a:extLst>
        </p:cNvPr>
        <p:cNvGrpSpPr/>
        <p:nvPr/>
      </p:nvGrpSpPr>
      <p:grpSpPr>
        <a:xfrm>
          <a:off x="0" y="0"/>
          <a:ext cx="0" cy="0"/>
          <a:chOff x="0" y="0"/>
          <a:chExt cx="0" cy="0"/>
        </a:xfrm>
      </p:grpSpPr>
      <p:sp>
        <p:nvSpPr>
          <p:cNvPr id="128" name="Google Shape;128;p4">
            <a:extLst>
              <a:ext uri="{FF2B5EF4-FFF2-40B4-BE49-F238E27FC236}">
                <a16:creationId xmlns:a16="http://schemas.microsoft.com/office/drawing/2014/main" id="{1BAB2312-1C0D-0266-457F-C18625AE9710}"/>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112500"/>
              </a:lnSpc>
              <a:spcBef>
                <a:spcPts val="0"/>
              </a:spcBef>
              <a:spcAft>
                <a:spcPts val="0"/>
              </a:spcAft>
              <a:buClr>
                <a:schemeClr val="dk1"/>
              </a:buClr>
              <a:buSzPts val="4000"/>
              <a:buFont typeface="Libre Franklin Medium"/>
              <a:buNone/>
            </a:pPr>
            <a:r>
              <a:rPr lang="en-US" dirty="0"/>
              <a:t>Useful terminology</a:t>
            </a:r>
            <a:endParaRPr dirty="0"/>
          </a:p>
        </p:txBody>
      </p:sp>
      <p:sp>
        <p:nvSpPr>
          <p:cNvPr id="129" name="Google Shape;129;p4">
            <a:extLst>
              <a:ext uri="{FF2B5EF4-FFF2-40B4-BE49-F238E27FC236}">
                <a16:creationId xmlns:a16="http://schemas.microsoft.com/office/drawing/2014/main" id="{2FA4C1B4-D6E0-C71A-EA6B-18E7286253C8}"/>
              </a:ext>
            </a:extLst>
          </p:cNvPr>
          <p:cNvSpPr txBox="1">
            <a:spLocks noGrp="1"/>
          </p:cNvSpPr>
          <p:nvPr>
            <p:ph type="body" idx="1"/>
          </p:nvPr>
        </p:nvSpPr>
        <p:spPr>
          <a:xfrm>
            <a:off x="838200" y="1825625"/>
            <a:ext cx="10515600" cy="3863076"/>
          </a:xfrm>
          <a:prstGeom prst="rect">
            <a:avLst/>
          </a:prstGeom>
          <a:noFill/>
          <a:ln>
            <a:noFill/>
          </a:ln>
        </p:spPr>
        <p:txBody>
          <a:bodyPr spcFirstLastPara="1" wrap="square" lIns="91425" tIns="45700" rIns="91425" bIns="45700" anchor="t" anchorCtr="0">
            <a:normAutofit/>
          </a:bodyPr>
          <a:lstStyle/>
          <a:p>
            <a:pPr marL="342900" lvl="0" indent="-342900" algn="l" rtl="0">
              <a:lnSpc>
                <a:spcPct val="126666"/>
              </a:lnSpc>
              <a:spcBef>
                <a:spcPts val="0"/>
              </a:spcBef>
              <a:spcAft>
                <a:spcPts val="0"/>
              </a:spcAft>
              <a:buClr>
                <a:schemeClr val="dk1"/>
              </a:buClr>
              <a:buSzPts val="3000"/>
              <a:buChar char="›"/>
            </a:pPr>
            <a:r>
              <a:rPr lang="en-US" dirty="0"/>
              <a:t>Python</a:t>
            </a:r>
          </a:p>
          <a:p>
            <a:pPr marL="342900" lvl="0" indent="-342900" algn="l" rtl="0">
              <a:lnSpc>
                <a:spcPct val="126666"/>
              </a:lnSpc>
              <a:spcBef>
                <a:spcPts val="0"/>
              </a:spcBef>
              <a:spcAft>
                <a:spcPts val="0"/>
              </a:spcAft>
              <a:buClr>
                <a:schemeClr val="dk1"/>
              </a:buClr>
              <a:buSzPts val="3000"/>
              <a:buChar char="›"/>
            </a:pPr>
            <a:r>
              <a:rPr lang="en-US" dirty="0"/>
              <a:t>Libraries (</a:t>
            </a:r>
            <a:r>
              <a:rPr lang="en-US" dirty="0" err="1"/>
              <a:t>PyQT</a:t>
            </a:r>
            <a:r>
              <a:rPr lang="en-US" dirty="0"/>
              <a:t> (or </a:t>
            </a:r>
            <a:r>
              <a:rPr lang="en-US" dirty="0" err="1"/>
              <a:t>PySide</a:t>
            </a:r>
            <a:r>
              <a:rPr lang="en-US" dirty="0"/>
              <a:t>), </a:t>
            </a:r>
            <a:r>
              <a:rPr lang="en-US" dirty="0" err="1"/>
              <a:t>Tkinter</a:t>
            </a:r>
            <a:r>
              <a:rPr lang="en-US" dirty="0"/>
              <a:t>, pandas, </a:t>
            </a:r>
            <a:r>
              <a:rPr lang="en-US" dirty="0" err="1"/>
              <a:t>pymupdf</a:t>
            </a:r>
            <a:r>
              <a:rPr lang="en-US" dirty="0"/>
              <a:t>(</a:t>
            </a:r>
            <a:r>
              <a:rPr lang="en-US" dirty="0" err="1"/>
              <a:t>fitz</a:t>
            </a:r>
            <a:r>
              <a:rPr lang="en-US" dirty="0"/>
              <a:t>), </a:t>
            </a:r>
            <a:r>
              <a:rPr lang="en-US" dirty="0" err="1"/>
              <a:t>PyVista</a:t>
            </a:r>
            <a:r>
              <a:rPr lang="en-US" dirty="0"/>
              <a:t>, etc.</a:t>
            </a:r>
          </a:p>
          <a:p>
            <a:pPr marL="342900" lvl="0" indent="-342900" algn="l" rtl="0">
              <a:lnSpc>
                <a:spcPct val="126666"/>
              </a:lnSpc>
              <a:spcBef>
                <a:spcPts val="0"/>
              </a:spcBef>
              <a:spcAft>
                <a:spcPts val="0"/>
              </a:spcAft>
              <a:buClr>
                <a:schemeClr val="dk1"/>
              </a:buClr>
              <a:buSzPts val="3000"/>
              <a:buChar char="›"/>
            </a:pPr>
            <a:r>
              <a:rPr lang="en-US" dirty="0"/>
              <a:t>JSON</a:t>
            </a:r>
          </a:p>
          <a:p>
            <a:pPr marL="342900" lvl="0" indent="-342900" algn="l" rtl="0">
              <a:lnSpc>
                <a:spcPct val="126666"/>
              </a:lnSpc>
              <a:spcBef>
                <a:spcPts val="0"/>
              </a:spcBef>
              <a:spcAft>
                <a:spcPts val="0"/>
              </a:spcAft>
              <a:buClr>
                <a:schemeClr val="dk1"/>
              </a:buClr>
              <a:buSzPts val="3000"/>
              <a:buChar char="›"/>
            </a:pPr>
            <a:r>
              <a:rPr lang="en-US" dirty="0"/>
              <a:t>Function</a:t>
            </a:r>
          </a:p>
          <a:p>
            <a:pPr marL="342900" lvl="0" indent="-342900" algn="l" rtl="0">
              <a:lnSpc>
                <a:spcPct val="126666"/>
              </a:lnSpc>
              <a:spcBef>
                <a:spcPts val="0"/>
              </a:spcBef>
              <a:spcAft>
                <a:spcPts val="0"/>
              </a:spcAft>
              <a:buClr>
                <a:schemeClr val="dk1"/>
              </a:buClr>
              <a:buSzPts val="3000"/>
              <a:buChar char="›"/>
            </a:pPr>
            <a:r>
              <a:rPr lang="en-US" dirty="0"/>
              <a:t>Class</a:t>
            </a:r>
          </a:p>
          <a:p>
            <a:pPr marL="342900" lvl="0" indent="-342900" algn="l" rtl="0">
              <a:lnSpc>
                <a:spcPct val="126666"/>
              </a:lnSpc>
              <a:spcBef>
                <a:spcPts val="0"/>
              </a:spcBef>
              <a:spcAft>
                <a:spcPts val="0"/>
              </a:spcAft>
              <a:buClr>
                <a:schemeClr val="dk1"/>
              </a:buClr>
              <a:buSzPts val="3000"/>
              <a:buChar char="›"/>
            </a:pPr>
            <a:endParaRPr dirty="0"/>
          </a:p>
          <a:p>
            <a:pPr marL="342900" lvl="0" indent="-152400" algn="l" rtl="0">
              <a:lnSpc>
                <a:spcPct val="126666"/>
              </a:lnSpc>
              <a:spcBef>
                <a:spcPts val="0"/>
              </a:spcBef>
              <a:spcAft>
                <a:spcPts val="0"/>
              </a:spcAft>
              <a:buClr>
                <a:schemeClr val="dk1"/>
              </a:buClr>
              <a:buSzPts val="3000"/>
              <a:buNone/>
            </a:pPr>
            <a:endParaRPr dirty="0"/>
          </a:p>
        </p:txBody>
      </p:sp>
    </p:spTree>
    <p:extLst>
      <p:ext uri="{BB962C8B-B14F-4D97-AF65-F5344CB8AC3E}">
        <p14:creationId xmlns:p14="http://schemas.microsoft.com/office/powerpoint/2010/main" val="1992265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12500"/>
              </a:lnSpc>
              <a:spcBef>
                <a:spcPts val="0"/>
              </a:spcBef>
              <a:spcAft>
                <a:spcPts val="0"/>
              </a:spcAft>
              <a:buClr>
                <a:schemeClr val="dk1"/>
              </a:buClr>
              <a:buSzPts val="4000"/>
              <a:buFont typeface="Libre Franklin Medium"/>
              <a:buNone/>
            </a:pPr>
            <a:r>
              <a:rPr lang="en-US" dirty="0"/>
              <a:t>Parametric, Component, Custom Member – what’s the difference?</a:t>
            </a:r>
            <a:endParaRPr dirty="0"/>
          </a:p>
        </p:txBody>
      </p:sp>
      <p:sp>
        <p:nvSpPr>
          <p:cNvPr id="135" name="Google Shape;135;p5"/>
          <p:cNvSpPr txBox="1">
            <a:spLocks noGrp="1"/>
          </p:cNvSpPr>
          <p:nvPr>
            <p:ph type="body" idx="1"/>
          </p:nvPr>
        </p:nvSpPr>
        <p:spPr>
          <a:xfrm>
            <a:off x="838199" y="1825625"/>
            <a:ext cx="11145253" cy="3863076"/>
          </a:xfrm>
          <a:prstGeom prst="rect">
            <a:avLst/>
          </a:prstGeom>
          <a:noFill/>
          <a:ln>
            <a:noFill/>
          </a:ln>
        </p:spPr>
        <p:txBody>
          <a:bodyPr spcFirstLastPara="1" wrap="square" lIns="91425" tIns="45700" rIns="91425" bIns="45700" anchor="t" anchorCtr="0">
            <a:normAutofit/>
          </a:bodyPr>
          <a:lstStyle/>
          <a:p>
            <a:pPr marL="342900" lvl="0" indent="-342900" algn="l" rtl="0">
              <a:lnSpc>
                <a:spcPct val="126666"/>
              </a:lnSpc>
              <a:spcBef>
                <a:spcPts val="0"/>
              </a:spcBef>
              <a:spcAft>
                <a:spcPts val="0"/>
              </a:spcAft>
              <a:buClr>
                <a:schemeClr val="dk1"/>
              </a:buClr>
              <a:buSzPts val="3000"/>
              <a:buChar char="›"/>
            </a:pPr>
            <a:r>
              <a:rPr lang="en-US" dirty="0"/>
              <a:t>Parametric: One and done. Do it (wrong), delete it, do it again, but better.  GREAT for extracting information!</a:t>
            </a:r>
          </a:p>
          <a:p>
            <a:pPr marL="342900" lvl="0" indent="-342900" algn="l" rtl="0">
              <a:lnSpc>
                <a:spcPct val="126666"/>
              </a:lnSpc>
              <a:spcBef>
                <a:spcPts val="0"/>
              </a:spcBef>
              <a:spcAft>
                <a:spcPts val="0"/>
              </a:spcAft>
              <a:buClr>
                <a:schemeClr val="dk1"/>
              </a:buClr>
              <a:buSzPts val="3000"/>
              <a:buChar char="›"/>
            </a:pPr>
            <a:r>
              <a:rPr lang="en-US" dirty="0"/>
              <a:t>Component: Add features to member(s) – Editable!</a:t>
            </a:r>
          </a:p>
          <a:p>
            <a:pPr marL="342900" lvl="0" indent="-342900" algn="l" rtl="0">
              <a:lnSpc>
                <a:spcPct val="126666"/>
              </a:lnSpc>
              <a:spcBef>
                <a:spcPts val="0"/>
              </a:spcBef>
              <a:spcAft>
                <a:spcPts val="0"/>
              </a:spcAft>
              <a:buClr>
                <a:schemeClr val="dk1"/>
              </a:buClr>
              <a:buSzPts val="3000"/>
              <a:buChar char="›"/>
            </a:pPr>
            <a:r>
              <a:rPr lang="en-US" dirty="0"/>
              <a:t>Custom Member: Build a better mousetrap.  Create better UI’s, better functionality, do parametric things but make them editable! </a:t>
            </a:r>
            <a:endParaRPr dirty="0"/>
          </a:p>
          <a:p>
            <a:pPr marL="342900" lvl="0" indent="-152400" algn="l" rtl="0">
              <a:lnSpc>
                <a:spcPct val="126666"/>
              </a:lnSpc>
              <a:spcBef>
                <a:spcPts val="0"/>
              </a:spcBef>
              <a:spcAft>
                <a:spcPts val="0"/>
              </a:spcAft>
              <a:buClr>
                <a:schemeClr val="dk1"/>
              </a:buClr>
              <a:buSzPts val="3000"/>
              <a:buNone/>
            </a:pP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E0849-782A-9CB1-903D-485F223652D6}"/>
              </a:ext>
            </a:extLst>
          </p:cNvPr>
          <p:cNvSpPr>
            <a:spLocks noGrp="1"/>
          </p:cNvSpPr>
          <p:nvPr>
            <p:ph type="title"/>
          </p:nvPr>
        </p:nvSpPr>
        <p:spPr/>
        <p:txBody>
          <a:bodyPr>
            <a:normAutofit fontScale="90000"/>
          </a:bodyPr>
          <a:lstStyle/>
          <a:p>
            <a:r>
              <a:rPr lang="en-US" dirty="0"/>
              <a:t>Develop a plan</a:t>
            </a:r>
          </a:p>
        </p:txBody>
      </p:sp>
      <p:sp>
        <p:nvSpPr>
          <p:cNvPr id="3" name="Text Placeholder 2">
            <a:extLst>
              <a:ext uri="{FF2B5EF4-FFF2-40B4-BE49-F238E27FC236}">
                <a16:creationId xmlns:a16="http://schemas.microsoft.com/office/drawing/2014/main" id="{B009C26D-E397-91B3-69E0-C6BCA2F6241F}"/>
              </a:ext>
            </a:extLst>
          </p:cNvPr>
          <p:cNvSpPr>
            <a:spLocks noGrp="1"/>
          </p:cNvSpPr>
          <p:nvPr>
            <p:ph type="body" idx="1"/>
          </p:nvPr>
        </p:nvSpPr>
        <p:spPr>
          <a:xfrm>
            <a:off x="838200" y="1825625"/>
            <a:ext cx="10424532" cy="3863076"/>
          </a:xfrm>
        </p:spPr>
        <p:txBody>
          <a:bodyPr>
            <a:normAutofit lnSpcReduction="10000"/>
          </a:bodyPr>
          <a:lstStyle/>
          <a:p>
            <a:r>
              <a:rPr lang="en-US" dirty="0"/>
              <a:t>What is the end goal – pie in the sky dream.</a:t>
            </a:r>
          </a:p>
          <a:p>
            <a:r>
              <a:rPr lang="en-US" dirty="0"/>
              <a:t>How do we break it down into smaller steps.</a:t>
            </a:r>
          </a:p>
          <a:p>
            <a:r>
              <a:rPr lang="en-US" dirty="0"/>
              <a:t>What are things we can give in on for Version 1.0</a:t>
            </a:r>
          </a:p>
          <a:p>
            <a:r>
              <a:rPr lang="en-US" dirty="0"/>
              <a:t>Develop a prompt(s)</a:t>
            </a:r>
          </a:p>
        </p:txBody>
      </p:sp>
    </p:spTree>
    <p:extLst>
      <p:ext uri="{BB962C8B-B14F-4D97-AF65-F5344CB8AC3E}">
        <p14:creationId xmlns:p14="http://schemas.microsoft.com/office/powerpoint/2010/main" val="2917055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69627-47D2-A167-4BCF-93AC2E042590}"/>
              </a:ext>
            </a:extLst>
          </p:cNvPr>
          <p:cNvSpPr>
            <a:spLocks noGrp="1"/>
          </p:cNvSpPr>
          <p:nvPr>
            <p:ph type="title"/>
          </p:nvPr>
        </p:nvSpPr>
        <p:spPr/>
        <p:txBody>
          <a:bodyPr/>
          <a:lstStyle/>
          <a:p>
            <a:r>
              <a:rPr lang="en-US" dirty="0"/>
              <a:t>REMEMBER!</a:t>
            </a:r>
          </a:p>
        </p:txBody>
      </p:sp>
      <p:pic>
        <p:nvPicPr>
          <p:cNvPr id="8" name="Picture 7">
            <a:extLst>
              <a:ext uri="{FF2B5EF4-FFF2-40B4-BE49-F238E27FC236}">
                <a16:creationId xmlns:a16="http://schemas.microsoft.com/office/drawing/2014/main" id="{0A29FC55-2824-A9BC-6D70-41C3C24446AA}"/>
              </a:ext>
            </a:extLst>
          </p:cNvPr>
          <p:cNvPicPr>
            <a:picLocks noChangeAspect="1"/>
          </p:cNvPicPr>
          <p:nvPr/>
        </p:nvPicPr>
        <p:blipFill>
          <a:blip r:embed="rId3"/>
          <a:srcRect l="2056" t="20927" b="7738"/>
          <a:stretch>
            <a:fillRect/>
          </a:stretch>
        </p:blipFill>
        <p:spPr>
          <a:xfrm>
            <a:off x="804324" y="1297497"/>
            <a:ext cx="10515599" cy="4278113"/>
          </a:xfrm>
          <a:prstGeom prst="rect">
            <a:avLst/>
          </a:prstGeom>
        </p:spPr>
      </p:pic>
    </p:spTree>
    <p:extLst>
      <p:ext uri="{BB962C8B-B14F-4D97-AF65-F5344CB8AC3E}">
        <p14:creationId xmlns:p14="http://schemas.microsoft.com/office/powerpoint/2010/main" val="18121925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1F4B8F30-5C01-0EC6-EAAD-239E4E5CC6CF}"/>
              </a:ext>
            </a:extLst>
          </p:cNvPr>
          <p:cNvPicPr>
            <a:picLocks noGrp="1" noChangeAspect="1"/>
          </p:cNvPicPr>
          <p:nvPr>
            <p:ph type="pic" idx="3"/>
          </p:nvPr>
        </p:nvPicPr>
        <p:blipFill>
          <a:blip r:embed="rId3"/>
          <a:stretch>
            <a:fillRect/>
          </a:stretch>
        </p:blipFill>
        <p:spPr>
          <a:xfrm>
            <a:off x="1148090" y="70024"/>
            <a:ext cx="9753600" cy="53244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112500"/>
              </a:lnSpc>
              <a:spcBef>
                <a:spcPts val="0"/>
              </a:spcBef>
              <a:spcAft>
                <a:spcPts val="0"/>
              </a:spcAft>
              <a:buClr>
                <a:schemeClr val="dk1"/>
              </a:buClr>
              <a:buSzPts val="4000"/>
              <a:buFont typeface="Libre Franklin Medium"/>
              <a:buNone/>
            </a:pPr>
            <a:r>
              <a:rPr lang="en-US" dirty="0"/>
              <a:t>What tools do I need? How much is this going to cost?</a:t>
            </a:r>
            <a:endParaRPr dirty="0"/>
          </a:p>
        </p:txBody>
      </p:sp>
      <p:sp>
        <p:nvSpPr>
          <p:cNvPr id="149" name="Google Shape;149;p7"/>
          <p:cNvSpPr txBox="1">
            <a:spLocks noGrp="1"/>
          </p:cNvSpPr>
          <p:nvPr>
            <p:ph type="body" idx="1"/>
          </p:nvPr>
        </p:nvSpPr>
        <p:spPr>
          <a:xfrm>
            <a:off x="255069" y="1819275"/>
            <a:ext cx="11843887" cy="668856"/>
          </a:xfrm>
          <a:prstGeom prst="rect">
            <a:avLst/>
          </a:prstGeom>
          <a:noFill/>
          <a:ln>
            <a:noFill/>
          </a:ln>
        </p:spPr>
        <p:txBody>
          <a:bodyPr spcFirstLastPara="1" wrap="square" lIns="91425" tIns="45700" rIns="91425" bIns="45700" anchor="t" anchorCtr="0">
            <a:normAutofit lnSpcReduction="10000"/>
          </a:bodyPr>
          <a:lstStyle/>
          <a:p>
            <a:pPr marL="342900" lvl="0" indent="-342900" algn="l" rtl="0">
              <a:lnSpc>
                <a:spcPct val="126666"/>
              </a:lnSpc>
              <a:spcBef>
                <a:spcPts val="0"/>
              </a:spcBef>
              <a:spcAft>
                <a:spcPts val="0"/>
              </a:spcAft>
              <a:buClr>
                <a:schemeClr val="dk1"/>
              </a:buClr>
              <a:buSzPts val="3000"/>
              <a:buChar char="›"/>
            </a:pPr>
            <a:r>
              <a:rPr lang="en-US" dirty="0"/>
              <a:t>Technically, this could be done with only free tools.</a:t>
            </a:r>
          </a:p>
          <a:p>
            <a:pPr marL="342900" lvl="0" indent="-342900" algn="l" rtl="0">
              <a:lnSpc>
                <a:spcPct val="126666"/>
              </a:lnSpc>
              <a:spcBef>
                <a:spcPts val="0"/>
              </a:spcBef>
              <a:spcAft>
                <a:spcPts val="0"/>
              </a:spcAft>
              <a:buClr>
                <a:schemeClr val="dk1"/>
              </a:buClr>
              <a:buSzPts val="3000"/>
              <a:buChar char="›"/>
            </a:pPr>
            <a:endParaRPr dirty="0"/>
          </a:p>
          <a:p>
            <a:pPr marL="342900" lvl="0" indent="-152400" algn="l" rtl="0">
              <a:lnSpc>
                <a:spcPct val="126666"/>
              </a:lnSpc>
              <a:spcBef>
                <a:spcPts val="0"/>
              </a:spcBef>
              <a:spcAft>
                <a:spcPts val="0"/>
              </a:spcAft>
              <a:buClr>
                <a:schemeClr val="dk1"/>
              </a:buClr>
              <a:buSzPts val="3000"/>
              <a:buNone/>
            </a:pPr>
            <a:endParaRPr dirty="0"/>
          </a:p>
        </p:txBody>
      </p:sp>
      <p:graphicFrame>
        <p:nvGraphicFramePr>
          <p:cNvPr id="5" name="Table 4">
            <a:extLst>
              <a:ext uri="{FF2B5EF4-FFF2-40B4-BE49-F238E27FC236}">
                <a16:creationId xmlns:a16="http://schemas.microsoft.com/office/drawing/2014/main" id="{3C9FAAFD-294E-DA30-4DB4-4070FDA5AC66}"/>
              </a:ext>
            </a:extLst>
          </p:cNvPr>
          <p:cNvGraphicFramePr>
            <a:graphicFrameLocks noGrp="1"/>
          </p:cNvGraphicFramePr>
          <p:nvPr>
            <p:extLst>
              <p:ext uri="{D42A27DB-BD31-4B8C-83A1-F6EECF244321}">
                <p14:modId xmlns:p14="http://schemas.microsoft.com/office/powerpoint/2010/main" val="3524093642"/>
              </p:ext>
            </p:extLst>
          </p:nvPr>
        </p:nvGraphicFramePr>
        <p:xfrm>
          <a:off x="2080187" y="2663671"/>
          <a:ext cx="8030037" cy="2218724"/>
        </p:xfrm>
        <a:graphic>
          <a:graphicData uri="http://schemas.openxmlformats.org/drawingml/2006/table">
            <a:tbl>
              <a:tblPr bandRow="1">
                <a:tableStyleId>{3B4B98B0-60AC-42C2-AFA5-B58CD77FA1E5}</a:tableStyleId>
              </a:tblPr>
              <a:tblGrid>
                <a:gridCol w="1141868">
                  <a:extLst>
                    <a:ext uri="{9D8B030D-6E8A-4147-A177-3AD203B41FA5}">
                      <a16:colId xmlns:a16="http://schemas.microsoft.com/office/drawing/2014/main" val="2869040560"/>
                    </a:ext>
                  </a:extLst>
                </a:gridCol>
                <a:gridCol w="2534327">
                  <a:extLst>
                    <a:ext uri="{9D8B030D-6E8A-4147-A177-3AD203B41FA5}">
                      <a16:colId xmlns:a16="http://schemas.microsoft.com/office/drawing/2014/main" val="1660408131"/>
                    </a:ext>
                  </a:extLst>
                </a:gridCol>
                <a:gridCol w="4353842">
                  <a:extLst>
                    <a:ext uri="{9D8B030D-6E8A-4147-A177-3AD203B41FA5}">
                      <a16:colId xmlns:a16="http://schemas.microsoft.com/office/drawing/2014/main" val="722591571"/>
                    </a:ext>
                  </a:extLst>
                </a:gridCol>
              </a:tblGrid>
              <a:tr h="554681">
                <a:tc>
                  <a:txBody>
                    <a:bodyPr/>
                    <a:lstStyle/>
                    <a:p>
                      <a:endParaRPr lang="en-US" dirty="0"/>
                    </a:p>
                  </a:txBody>
                  <a:tcPr/>
                </a:tc>
                <a:tc>
                  <a:txBody>
                    <a:bodyPr/>
                    <a:lstStyle/>
                    <a:p>
                      <a:r>
                        <a:rPr lang="en-US" b="1" dirty="0"/>
                        <a:t>Code Editor</a:t>
                      </a:r>
                    </a:p>
                  </a:txBody>
                  <a:tcPr/>
                </a:tc>
                <a:tc>
                  <a:txBody>
                    <a:bodyPr/>
                    <a:lstStyle/>
                    <a:p>
                      <a:r>
                        <a:rPr lang="en-US" b="1" dirty="0"/>
                        <a:t>LLM</a:t>
                      </a:r>
                    </a:p>
                  </a:txBody>
                  <a:tcPr/>
                </a:tc>
                <a:extLst>
                  <a:ext uri="{0D108BD9-81ED-4DB2-BD59-A6C34878D82A}">
                    <a16:rowId xmlns:a16="http://schemas.microsoft.com/office/drawing/2014/main" val="140501643"/>
                  </a:ext>
                </a:extLst>
              </a:tr>
              <a:tr h="554681">
                <a:tc>
                  <a:txBody>
                    <a:bodyPr/>
                    <a:lstStyle/>
                    <a:p>
                      <a:r>
                        <a:rPr lang="en-US" dirty="0"/>
                        <a:t>Good</a:t>
                      </a:r>
                    </a:p>
                  </a:txBody>
                  <a:tcPr/>
                </a:tc>
                <a:tc>
                  <a:txBody>
                    <a:bodyPr/>
                    <a:lstStyle/>
                    <a:p>
                      <a:r>
                        <a:rPr lang="en-US" dirty="0"/>
                        <a:t>Notepad, Notepad++(Free)</a:t>
                      </a:r>
                    </a:p>
                  </a:txBody>
                  <a:tcPr/>
                </a:tc>
                <a:tc>
                  <a:txBody>
                    <a:bodyPr/>
                    <a:lstStyle/>
                    <a:p>
                      <a:r>
                        <a:rPr lang="en-US" dirty="0" err="1"/>
                        <a:t>Ollama</a:t>
                      </a:r>
                      <a:r>
                        <a:rPr lang="en-US" dirty="0"/>
                        <a:t> (Free)</a:t>
                      </a:r>
                    </a:p>
                  </a:txBody>
                  <a:tcPr/>
                </a:tc>
                <a:extLst>
                  <a:ext uri="{0D108BD9-81ED-4DB2-BD59-A6C34878D82A}">
                    <a16:rowId xmlns:a16="http://schemas.microsoft.com/office/drawing/2014/main" val="1010683852"/>
                  </a:ext>
                </a:extLst>
              </a:tr>
              <a:tr h="554681">
                <a:tc>
                  <a:txBody>
                    <a:bodyPr/>
                    <a:lstStyle/>
                    <a:p>
                      <a:r>
                        <a:rPr lang="en-US" dirty="0"/>
                        <a:t>Better</a:t>
                      </a:r>
                    </a:p>
                  </a:txBody>
                  <a:tcPr/>
                </a:tc>
                <a:tc>
                  <a:txBody>
                    <a:bodyPr/>
                    <a:lstStyle/>
                    <a:p>
                      <a:r>
                        <a:rPr lang="en-US" dirty="0"/>
                        <a:t>Python Idle 3.xx (Free)</a:t>
                      </a:r>
                    </a:p>
                  </a:txBody>
                  <a:tcPr/>
                </a:tc>
                <a:tc>
                  <a:txBody>
                    <a:bodyPr/>
                    <a:lstStyle/>
                    <a:p>
                      <a:r>
                        <a:rPr lang="en-US" dirty="0"/>
                        <a:t>Gemini (Free - $$$)</a:t>
                      </a:r>
                    </a:p>
                    <a:p>
                      <a:endParaRPr lang="en-US" dirty="0"/>
                    </a:p>
                  </a:txBody>
                  <a:tcPr/>
                </a:tc>
                <a:extLst>
                  <a:ext uri="{0D108BD9-81ED-4DB2-BD59-A6C34878D82A}">
                    <a16:rowId xmlns:a16="http://schemas.microsoft.com/office/drawing/2014/main" val="3539176960"/>
                  </a:ext>
                </a:extLst>
              </a:tr>
              <a:tr h="554681">
                <a:tc>
                  <a:txBody>
                    <a:bodyPr/>
                    <a:lstStyle/>
                    <a:p>
                      <a:r>
                        <a:rPr lang="en-US" dirty="0"/>
                        <a:t>Best</a:t>
                      </a:r>
                    </a:p>
                  </a:txBody>
                  <a:tcPr/>
                </a:tc>
                <a:tc>
                  <a:txBody>
                    <a:bodyPr/>
                    <a:lstStyle/>
                    <a:p>
                      <a:r>
                        <a:rPr lang="en-US" dirty="0" err="1"/>
                        <a:t>VSCode</a:t>
                      </a:r>
                      <a:r>
                        <a:rPr lang="en-US" dirty="0"/>
                        <a:t>, Zed (Free)</a:t>
                      </a:r>
                    </a:p>
                  </a:txBody>
                  <a:tcPr/>
                </a:tc>
                <a:tc>
                  <a:txBody>
                    <a:bodyPr/>
                    <a:lstStyle/>
                    <a:p>
                      <a:r>
                        <a:rPr lang="en-US" dirty="0"/>
                        <a:t>Claude, </a:t>
                      </a:r>
                      <a:r>
                        <a:rPr lang="en-US" dirty="0" err="1"/>
                        <a:t>Deepseek</a:t>
                      </a:r>
                      <a:r>
                        <a:rPr lang="en-US" dirty="0"/>
                        <a:t>*, OpenAI, XAI**</a:t>
                      </a:r>
                    </a:p>
                    <a:p>
                      <a:r>
                        <a:rPr lang="en-US" dirty="0"/>
                        <a:t>($$-$$$)</a:t>
                      </a:r>
                    </a:p>
                  </a:txBody>
                  <a:tcPr/>
                </a:tc>
                <a:extLst>
                  <a:ext uri="{0D108BD9-81ED-4DB2-BD59-A6C34878D82A}">
                    <a16:rowId xmlns:a16="http://schemas.microsoft.com/office/drawing/2014/main" val="2462376355"/>
                  </a:ext>
                </a:extLst>
              </a:tr>
            </a:tbl>
          </a:graphicData>
        </a:graphic>
      </p:graphicFrame>
      <p:sp>
        <p:nvSpPr>
          <p:cNvPr id="2" name="TextBox 1">
            <a:extLst>
              <a:ext uri="{FF2B5EF4-FFF2-40B4-BE49-F238E27FC236}">
                <a16:creationId xmlns:a16="http://schemas.microsoft.com/office/drawing/2014/main" id="{E1884321-91A0-91FB-E30F-D14673605A3E}"/>
              </a:ext>
            </a:extLst>
          </p:cNvPr>
          <p:cNvSpPr txBox="1"/>
          <p:nvPr/>
        </p:nvSpPr>
        <p:spPr>
          <a:xfrm>
            <a:off x="2080187" y="4970477"/>
            <a:ext cx="8030037" cy="523220"/>
          </a:xfrm>
          <a:prstGeom prst="rect">
            <a:avLst/>
          </a:prstGeom>
          <a:noFill/>
        </p:spPr>
        <p:txBody>
          <a:bodyPr wrap="square" rtlCol="0">
            <a:spAutoFit/>
          </a:bodyPr>
          <a:lstStyle/>
          <a:p>
            <a:r>
              <a:rPr lang="en-US" dirty="0"/>
              <a:t>*Agentic Coding in </a:t>
            </a:r>
            <a:r>
              <a:rPr lang="en-US" dirty="0" err="1"/>
              <a:t>VSCode</a:t>
            </a:r>
            <a:r>
              <a:rPr lang="en-US" dirty="0"/>
              <a:t> only available via community developed plugins.</a:t>
            </a:r>
          </a:p>
          <a:p>
            <a:r>
              <a:rPr lang="en-US" dirty="0"/>
              <a:t>**Agentic Coding available through </a:t>
            </a:r>
            <a:r>
              <a:rPr lang="en-US" dirty="0" err="1"/>
              <a:t>Github</a:t>
            </a:r>
            <a:r>
              <a:rPr lang="en-US" dirty="0"/>
              <a:t> Copilot Chat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4939C7C2-8A0D-6C23-1EFA-3969180015B9}"/>
            </a:ext>
          </a:extLst>
        </p:cNvPr>
        <p:cNvGrpSpPr/>
        <p:nvPr/>
      </p:nvGrpSpPr>
      <p:grpSpPr>
        <a:xfrm>
          <a:off x="0" y="0"/>
          <a:ext cx="0" cy="0"/>
          <a:chOff x="0" y="0"/>
          <a:chExt cx="0" cy="0"/>
        </a:xfrm>
      </p:grpSpPr>
      <p:sp>
        <p:nvSpPr>
          <p:cNvPr id="134" name="Google Shape;134;p5">
            <a:extLst>
              <a:ext uri="{FF2B5EF4-FFF2-40B4-BE49-F238E27FC236}">
                <a16:creationId xmlns:a16="http://schemas.microsoft.com/office/drawing/2014/main" id="{F49C34BC-3CC5-C05C-042F-72A431A1A62F}"/>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112500"/>
              </a:lnSpc>
              <a:spcBef>
                <a:spcPts val="0"/>
              </a:spcBef>
              <a:spcAft>
                <a:spcPts val="0"/>
              </a:spcAft>
              <a:buClr>
                <a:schemeClr val="dk1"/>
              </a:buClr>
              <a:buSzPts val="4000"/>
              <a:buFont typeface="Libre Franklin Medium"/>
              <a:buNone/>
            </a:pPr>
            <a:r>
              <a:rPr lang="en-US" dirty="0"/>
              <a:t>Prompting Tips</a:t>
            </a:r>
            <a:endParaRPr dirty="0"/>
          </a:p>
        </p:txBody>
      </p:sp>
      <p:sp>
        <p:nvSpPr>
          <p:cNvPr id="135" name="Google Shape;135;p5">
            <a:extLst>
              <a:ext uri="{FF2B5EF4-FFF2-40B4-BE49-F238E27FC236}">
                <a16:creationId xmlns:a16="http://schemas.microsoft.com/office/drawing/2014/main" id="{51D4458C-661A-D177-0E35-10A8A372F6A4}"/>
              </a:ext>
            </a:extLst>
          </p:cNvPr>
          <p:cNvSpPr txBox="1">
            <a:spLocks noGrp="1"/>
          </p:cNvSpPr>
          <p:nvPr>
            <p:ph type="body" idx="1"/>
          </p:nvPr>
        </p:nvSpPr>
        <p:spPr>
          <a:xfrm>
            <a:off x="838199" y="1825625"/>
            <a:ext cx="11145253" cy="3863076"/>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lnSpc>
                <a:spcPct val="126666"/>
              </a:lnSpc>
              <a:spcBef>
                <a:spcPts val="0"/>
              </a:spcBef>
              <a:spcAft>
                <a:spcPts val="0"/>
              </a:spcAft>
              <a:buClr>
                <a:schemeClr val="dk1"/>
              </a:buClr>
              <a:buSzPts val="3000"/>
              <a:buChar char="›"/>
            </a:pPr>
            <a:r>
              <a:rPr lang="en-US" dirty="0"/>
              <a:t>Be specific</a:t>
            </a:r>
          </a:p>
          <a:p>
            <a:pPr marL="342900" lvl="0" indent="-342900" algn="l" rtl="0">
              <a:lnSpc>
                <a:spcPct val="126666"/>
              </a:lnSpc>
              <a:spcBef>
                <a:spcPts val="0"/>
              </a:spcBef>
              <a:spcAft>
                <a:spcPts val="0"/>
              </a:spcAft>
              <a:buClr>
                <a:schemeClr val="dk1"/>
              </a:buClr>
              <a:buSzPts val="3000"/>
              <a:buChar char="›"/>
            </a:pPr>
            <a:r>
              <a:rPr lang="en-US" dirty="0"/>
              <a:t>Don’t focus only on what you what, but also what you don’t</a:t>
            </a:r>
          </a:p>
          <a:p>
            <a:pPr marL="342900" lvl="0" indent="-342900" algn="l" rtl="0">
              <a:lnSpc>
                <a:spcPct val="126666"/>
              </a:lnSpc>
              <a:spcBef>
                <a:spcPts val="0"/>
              </a:spcBef>
              <a:spcAft>
                <a:spcPts val="0"/>
              </a:spcAft>
              <a:buClr>
                <a:schemeClr val="dk1"/>
              </a:buClr>
              <a:buSzPts val="3000"/>
              <a:buChar char="›"/>
            </a:pPr>
            <a:r>
              <a:rPr lang="en-US" dirty="0"/>
              <a:t>Don’t guess – ask questions before writing code</a:t>
            </a:r>
          </a:p>
          <a:p>
            <a:pPr marL="342900" lvl="0" indent="-342900" algn="l" rtl="0">
              <a:lnSpc>
                <a:spcPct val="126666"/>
              </a:lnSpc>
              <a:spcBef>
                <a:spcPts val="0"/>
              </a:spcBef>
              <a:spcAft>
                <a:spcPts val="0"/>
              </a:spcAft>
              <a:buClr>
                <a:schemeClr val="dk1"/>
              </a:buClr>
              <a:buSzPts val="3000"/>
              <a:buChar char="›"/>
            </a:pPr>
            <a:r>
              <a:rPr lang="en-US" dirty="0"/>
              <a:t>Build and use scrapers and other tools to extract information</a:t>
            </a:r>
          </a:p>
          <a:p>
            <a:pPr marL="342900" lvl="0" indent="-342900" algn="l" rtl="0">
              <a:lnSpc>
                <a:spcPct val="126666"/>
              </a:lnSpc>
              <a:spcBef>
                <a:spcPts val="0"/>
              </a:spcBef>
              <a:spcAft>
                <a:spcPts val="0"/>
              </a:spcAft>
              <a:buClr>
                <a:schemeClr val="dk1"/>
              </a:buClr>
              <a:buSzPts val="3000"/>
              <a:buChar char="›"/>
            </a:pPr>
            <a:r>
              <a:rPr lang="en-US" dirty="0"/>
              <a:t>Eat it like an elephant</a:t>
            </a:r>
          </a:p>
          <a:p>
            <a:pPr marL="342900" lvl="0" indent="-342900" algn="l" rtl="0">
              <a:lnSpc>
                <a:spcPct val="126666"/>
              </a:lnSpc>
              <a:spcBef>
                <a:spcPts val="0"/>
              </a:spcBef>
              <a:spcAft>
                <a:spcPts val="0"/>
              </a:spcAft>
              <a:buClr>
                <a:schemeClr val="dk1"/>
              </a:buClr>
              <a:buSzPts val="3000"/>
              <a:buChar char="›"/>
            </a:pPr>
            <a:r>
              <a:rPr lang="en-US" dirty="0"/>
              <a:t>Use more capable models to ideate the infrastructure, then use the worker bees to build the code.</a:t>
            </a:r>
          </a:p>
          <a:p>
            <a:pPr marL="800100" lvl="1">
              <a:lnSpc>
                <a:spcPct val="126666"/>
              </a:lnSpc>
              <a:buSzPts val="3000"/>
            </a:pPr>
            <a:endParaRPr lang="en-US" dirty="0"/>
          </a:p>
          <a:p>
            <a:pPr marL="800100" lvl="1">
              <a:lnSpc>
                <a:spcPct val="126666"/>
              </a:lnSpc>
              <a:buSzPts val="3000"/>
            </a:pPr>
            <a:endParaRPr dirty="0"/>
          </a:p>
          <a:p>
            <a:pPr marL="342900" lvl="0" indent="-152400" algn="l" rtl="0">
              <a:lnSpc>
                <a:spcPct val="126666"/>
              </a:lnSpc>
              <a:spcBef>
                <a:spcPts val="0"/>
              </a:spcBef>
              <a:spcAft>
                <a:spcPts val="0"/>
              </a:spcAft>
              <a:buClr>
                <a:schemeClr val="dk1"/>
              </a:buClr>
              <a:buSzPts val="3000"/>
              <a:buNone/>
            </a:pPr>
            <a:endParaRPr dirty="0"/>
          </a:p>
        </p:txBody>
      </p:sp>
    </p:spTree>
    <p:extLst>
      <p:ext uri="{BB962C8B-B14F-4D97-AF65-F5344CB8AC3E}">
        <p14:creationId xmlns:p14="http://schemas.microsoft.com/office/powerpoint/2010/main" val="2726431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A308A146-73B3-C6EE-98A1-BB6C926F8E88}"/>
            </a:ext>
          </a:extLst>
        </p:cNvPr>
        <p:cNvGrpSpPr/>
        <p:nvPr/>
      </p:nvGrpSpPr>
      <p:grpSpPr>
        <a:xfrm>
          <a:off x="0" y="0"/>
          <a:ext cx="0" cy="0"/>
          <a:chOff x="0" y="0"/>
          <a:chExt cx="0" cy="0"/>
        </a:xfrm>
      </p:grpSpPr>
      <p:sp>
        <p:nvSpPr>
          <p:cNvPr id="134" name="Google Shape;134;p5">
            <a:extLst>
              <a:ext uri="{FF2B5EF4-FFF2-40B4-BE49-F238E27FC236}">
                <a16:creationId xmlns:a16="http://schemas.microsoft.com/office/drawing/2014/main" id="{D8DFDC9C-4323-DA40-30FC-65226B36B544}"/>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112500"/>
              </a:lnSpc>
              <a:spcBef>
                <a:spcPts val="0"/>
              </a:spcBef>
              <a:spcAft>
                <a:spcPts val="0"/>
              </a:spcAft>
              <a:buClr>
                <a:schemeClr val="dk1"/>
              </a:buClr>
              <a:buSzPts val="4000"/>
              <a:buFont typeface="Libre Franklin Medium"/>
              <a:buNone/>
            </a:pPr>
            <a:r>
              <a:rPr lang="en-US" dirty="0"/>
              <a:t>Plugins</a:t>
            </a:r>
            <a:endParaRPr dirty="0"/>
          </a:p>
        </p:txBody>
      </p:sp>
      <p:sp>
        <p:nvSpPr>
          <p:cNvPr id="135" name="Google Shape;135;p5">
            <a:extLst>
              <a:ext uri="{FF2B5EF4-FFF2-40B4-BE49-F238E27FC236}">
                <a16:creationId xmlns:a16="http://schemas.microsoft.com/office/drawing/2014/main" id="{007B9156-13F1-FB50-7D14-E03FFAE810EF}"/>
              </a:ext>
            </a:extLst>
          </p:cNvPr>
          <p:cNvSpPr txBox="1">
            <a:spLocks noGrp="1"/>
          </p:cNvSpPr>
          <p:nvPr>
            <p:ph type="body" idx="1"/>
          </p:nvPr>
        </p:nvSpPr>
        <p:spPr>
          <a:xfrm>
            <a:off x="838199" y="1825625"/>
            <a:ext cx="5201301" cy="3863076"/>
          </a:xfrm>
          <a:prstGeom prst="rect">
            <a:avLst/>
          </a:prstGeom>
          <a:noFill/>
          <a:ln>
            <a:noFill/>
          </a:ln>
        </p:spPr>
        <p:txBody>
          <a:bodyPr spcFirstLastPara="1" wrap="square" lIns="91425" tIns="45700" rIns="91425" bIns="45700" anchor="t" anchorCtr="0">
            <a:normAutofit/>
          </a:bodyPr>
          <a:lstStyle/>
          <a:p>
            <a:pPr marL="342900">
              <a:lnSpc>
                <a:spcPct val="126666"/>
              </a:lnSpc>
              <a:buSzPts val="3000"/>
            </a:pPr>
            <a:r>
              <a:rPr lang="en-US" dirty="0"/>
              <a:t>PLUGIN (no extension)</a:t>
            </a:r>
          </a:p>
          <a:p>
            <a:pPr marL="342900" lvl="0" indent="-342900" algn="l" rtl="0">
              <a:lnSpc>
                <a:spcPct val="126666"/>
              </a:lnSpc>
              <a:spcBef>
                <a:spcPts val="0"/>
              </a:spcBef>
              <a:spcAft>
                <a:spcPts val="0"/>
              </a:spcAft>
              <a:buClr>
                <a:schemeClr val="dk1"/>
              </a:buClr>
              <a:buSzPts val="3000"/>
              <a:buChar char="›"/>
            </a:pPr>
            <a:r>
              <a:rPr lang="en-US" dirty="0"/>
              <a:t>_init_.py</a:t>
            </a:r>
          </a:p>
          <a:p>
            <a:pPr marL="342900" lvl="0" indent="-342900" algn="l" rtl="0">
              <a:lnSpc>
                <a:spcPct val="126666"/>
              </a:lnSpc>
              <a:spcBef>
                <a:spcPts val="0"/>
              </a:spcBef>
              <a:spcAft>
                <a:spcPts val="0"/>
              </a:spcAft>
              <a:buClr>
                <a:schemeClr val="dk1"/>
              </a:buClr>
              <a:buSzPts val="3000"/>
              <a:buChar char="›"/>
            </a:pPr>
            <a:r>
              <a:rPr lang="en-US" dirty="0"/>
              <a:t>Code (one or more files)</a:t>
            </a:r>
          </a:p>
          <a:p>
            <a:pPr marL="800100" lvl="1">
              <a:lnSpc>
                <a:spcPct val="126666"/>
              </a:lnSpc>
              <a:buSzPts val="3000"/>
            </a:pPr>
            <a:endParaRPr lang="en-US" dirty="0"/>
          </a:p>
          <a:p>
            <a:pPr marL="800100" lvl="1">
              <a:lnSpc>
                <a:spcPct val="126666"/>
              </a:lnSpc>
              <a:buSzPts val="3000"/>
            </a:pPr>
            <a:endParaRPr dirty="0"/>
          </a:p>
          <a:p>
            <a:pPr marL="342900" lvl="0" indent="-152400" algn="l" rtl="0">
              <a:lnSpc>
                <a:spcPct val="126666"/>
              </a:lnSpc>
              <a:spcBef>
                <a:spcPts val="0"/>
              </a:spcBef>
              <a:spcAft>
                <a:spcPts val="0"/>
              </a:spcAft>
              <a:buClr>
                <a:schemeClr val="dk1"/>
              </a:buClr>
              <a:buSzPts val="3000"/>
              <a:buNone/>
            </a:pPr>
            <a:endParaRPr dirty="0"/>
          </a:p>
        </p:txBody>
      </p:sp>
      <p:pic>
        <p:nvPicPr>
          <p:cNvPr id="3" name="Picture 2">
            <a:extLst>
              <a:ext uri="{FF2B5EF4-FFF2-40B4-BE49-F238E27FC236}">
                <a16:creationId xmlns:a16="http://schemas.microsoft.com/office/drawing/2014/main" id="{E90E202C-E89B-4859-402D-6982231DFB5B}"/>
              </a:ext>
            </a:extLst>
          </p:cNvPr>
          <p:cNvPicPr>
            <a:picLocks noChangeAspect="1"/>
          </p:cNvPicPr>
          <p:nvPr/>
        </p:nvPicPr>
        <p:blipFill>
          <a:blip r:embed="rId3"/>
          <a:stretch>
            <a:fillRect/>
          </a:stretch>
        </p:blipFill>
        <p:spPr>
          <a:xfrm>
            <a:off x="5691582" y="401444"/>
            <a:ext cx="6685584" cy="5086858"/>
          </a:xfrm>
          <a:prstGeom prst="rect">
            <a:avLst/>
          </a:prstGeom>
        </p:spPr>
      </p:pic>
    </p:spTree>
    <p:extLst>
      <p:ext uri="{BB962C8B-B14F-4D97-AF65-F5344CB8AC3E}">
        <p14:creationId xmlns:p14="http://schemas.microsoft.com/office/powerpoint/2010/main" val="452127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00455-0902-FC32-2CCF-649E18EC2E0F}"/>
              </a:ext>
            </a:extLst>
          </p:cNvPr>
          <p:cNvSpPr>
            <a:spLocks noGrp="1"/>
          </p:cNvSpPr>
          <p:nvPr>
            <p:ph type="title"/>
          </p:nvPr>
        </p:nvSpPr>
        <p:spPr/>
        <p:txBody>
          <a:bodyPr>
            <a:normAutofit fontScale="90000"/>
          </a:bodyPr>
          <a:lstStyle/>
          <a:p>
            <a:r>
              <a:rPr lang="en-US" dirty="0"/>
              <a:t>Errors</a:t>
            </a:r>
          </a:p>
        </p:txBody>
      </p:sp>
      <p:sp>
        <p:nvSpPr>
          <p:cNvPr id="3" name="Text Placeholder 2">
            <a:extLst>
              <a:ext uri="{FF2B5EF4-FFF2-40B4-BE49-F238E27FC236}">
                <a16:creationId xmlns:a16="http://schemas.microsoft.com/office/drawing/2014/main" id="{74C2075A-FE54-70A1-8CCF-3A650FBA405B}"/>
              </a:ext>
            </a:extLst>
          </p:cNvPr>
          <p:cNvSpPr>
            <a:spLocks noGrp="1"/>
          </p:cNvSpPr>
          <p:nvPr>
            <p:ph type="body" idx="1"/>
          </p:nvPr>
        </p:nvSpPr>
        <p:spPr>
          <a:xfrm>
            <a:off x="838199" y="1825625"/>
            <a:ext cx="10379927" cy="3863076"/>
          </a:xfrm>
        </p:spPr>
        <p:txBody>
          <a:bodyPr/>
          <a:lstStyle/>
          <a:p>
            <a:r>
              <a:rPr lang="en-US" dirty="0"/>
              <a:t>You are going to cause errors – don’t panic</a:t>
            </a:r>
          </a:p>
          <a:p>
            <a:r>
              <a:rPr lang="en-US" dirty="0"/>
              <a:t>Build in a sandbox</a:t>
            </a:r>
          </a:p>
          <a:p>
            <a:r>
              <a:rPr lang="en-US" dirty="0"/>
              <a:t>For plugins – delete and recreate at each iteration</a:t>
            </a:r>
          </a:p>
          <a:p>
            <a:endParaRPr lang="en-US" dirty="0"/>
          </a:p>
        </p:txBody>
      </p:sp>
    </p:spTree>
    <p:extLst>
      <p:ext uri="{BB962C8B-B14F-4D97-AF65-F5344CB8AC3E}">
        <p14:creationId xmlns:p14="http://schemas.microsoft.com/office/powerpoint/2010/main" val="2059150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3449C-191E-33EE-9DD0-5842BF4799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20F61B-8C6C-F909-9B88-BE534D98CE06}"/>
              </a:ext>
            </a:extLst>
          </p:cNvPr>
          <p:cNvSpPr>
            <a:spLocks noGrp="1"/>
          </p:cNvSpPr>
          <p:nvPr>
            <p:ph type="title"/>
          </p:nvPr>
        </p:nvSpPr>
        <p:spPr/>
        <p:txBody>
          <a:bodyPr>
            <a:normAutofit fontScale="90000"/>
          </a:bodyPr>
          <a:lstStyle/>
          <a:p>
            <a:r>
              <a:rPr lang="en-US" dirty="0"/>
              <a:t>Final Thoughts…</a:t>
            </a:r>
          </a:p>
        </p:txBody>
      </p:sp>
      <p:sp>
        <p:nvSpPr>
          <p:cNvPr id="3" name="Text Placeholder 2">
            <a:extLst>
              <a:ext uri="{FF2B5EF4-FFF2-40B4-BE49-F238E27FC236}">
                <a16:creationId xmlns:a16="http://schemas.microsoft.com/office/drawing/2014/main" id="{EADF156A-2954-5585-255B-208359116CC6}"/>
              </a:ext>
            </a:extLst>
          </p:cNvPr>
          <p:cNvSpPr>
            <a:spLocks noGrp="1"/>
          </p:cNvSpPr>
          <p:nvPr>
            <p:ph type="body" idx="1"/>
          </p:nvPr>
        </p:nvSpPr>
        <p:spPr>
          <a:xfrm>
            <a:off x="838199" y="1825625"/>
            <a:ext cx="10379927" cy="3863076"/>
          </a:xfrm>
        </p:spPr>
        <p:txBody>
          <a:bodyPr>
            <a:normAutofit fontScale="77500" lnSpcReduction="20000"/>
          </a:bodyPr>
          <a:lstStyle/>
          <a:p>
            <a:r>
              <a:rPr lang="en-US" dirty="0"/>
              <a:t>Start small</a:t>
            </a:r>
          </a:p>
          <a:p>
            <a:r>
              <a:rPr lang="en-US" dirty="0"/>
              <a:t>Look at examples</a:t>
            </a:r>
          </a:p>
          <a:p>
            <a:r>
              <a:rPr lang="en-US" dirty="0"/>
              <a:t>Take the opportunity to flex your creative muscles</a:t>
            </a:r>
          </a:p>
          <a:p>
            <a:r>
              <a:rPr lang="en-US" dirty="0"/>
              <a:t>Build in a sandbox</a:t>
            </a:r>
          </a:p>
          <a:p>
            <a:r>
              <a:rPr lang="en-US" dirty="0"/>
              <a:t>Have fun!</a:t>
            </a:r>
          </a:p>
          <a:p>
            <a:endParaRPr lang="en-US" dirty="0"/>
          </a:p>
        </p:txBody>
      </p:sp>
    </p:spTree>
    <p:extLst>
      <p:ext uri="{BB962C8B-B14F-4D97-AF65-F5344CB8AC3E}">
        <p14:creationId xmlns:p14="http://schemas.microsoft.com/office/powerpoint/2010/main" val="32919195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0"/>
          <p:cNvSpPr txBox="1">
            <a:spLocks noGrp="1"/>
          </p:cNvSpPr>
          <p:nvPr>
            <p:ph type="ctrTitle"/>
          </p:nvPr>
        </p:nvSpPr>
        <p:spPr>
          <a:xfrm>
            <a:off x="676187" y="3579966"/>
            <a:ext cx="4726406" cy="999177"/>
          </a:xfrm>
          <a:prstGeom prst="rect">
            <a:avLst/>
          </a:prstGeom>
          <a:noFill/>
          <a:ln>
            <a:noFill/>
          </a:ln>
          <a:effectLst>
            <a:outerShdw blurRad="50800" dist="38100" dir="2700000" algn="tl" rotWithShape="0">
              <a:srgbClr val="000000">
                <a:alpha val="40000"/>
              </a:srgbClr>
            </a:outerShdw>
          </a:effectLst>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4800"/>
              <a:buFont typeface="Libre Franklin Medium"/>
              <a:buNone/>
            </a:pPr>
            <a:r>
              <a:rPr lang="en-US" dirty="0"/>
              <a:t>Thank you!</a:t>
            </a:r>
            <a:endParaRPr dirty="0"/>
          </a:p>
        </p:txBody>
      </p:sp>
      <p:sp>
        <p:nvSpPr>
          <p:cNvPr id="181" name="Google Shape;181;p10"/>
          <p:cNvSpPr txBox="1">
            <a:spLocks noGrp="1"/>
          </p:cNvSpPr>
          <p:nvPr>
            <p:ph type="subTitle" idx="1"/>
          </p:nvPr>
        </p:nvSpPr>
        <p:spPr>
          <a:xfrm>
            <a:off x="676188" y="4819343"/>
            <a:ext cx="4459740" cy="1228086"/>
          </a:xfrm>
          <a:prstGeom prst="rect">
            <a:avLst/>
          </a:prstGeom>
          <a:noFill/>
          <a:ln>
            <a:noFill/>
          </a:ln>
        </p:spPr>
        <p:txBody>
          <a:bodyPr spcFirstLastPara="1" wrap="square" lIns="91425" tIns="45700" rIns="91425" bIns="45700" anchor="t" anchorCtr="0">
            <a:normAutofit/>
          </a:bodyPr>
          <a:lstStyle/>
          <a:p>
            <a:pPr marL="0" lvl="0" indent="0">
              <a:spcBef>
                <a:spcPts val="0"/>
              </a:spcBef>
              <a:buSzPct val="100000"/>
            </a:pPr>
            <a:r>
              <a:rPr lang="en-US" dirty="0"/>
              <a:t>Jason Bondioli</a:t>
            </a:r>
          </a:p>
          <a:p>
            <a:pPr marL="0" lvl="0" indent="0">
              <a:spcBef>
                <a:spcPts val="0"/>
              </a:spcBef>
              <a:buSzPct val="100000"/>
            </a:pPr>
            <a:r>
              <a:rPr lang="en-US" dirty="0"/>
              <a:t>Bennett Services, LLC</a:t>
            </a:r>
          </a:p>
        </p:txBody>
      </p:sp>
      <p:pic>
        <p:nvPicPr>
          <p:cNvPr id="3" name="Picture 2">
            <a:extLst>
              <a:ext uri="{FF2B5EF4-FFF2-40B4-BE49-F238E27FC236}">
                <a16:creationId xmlns:a16="http://schemas.microsoft.com/office/drawing/2014/main" id="{11914A6A-A721-8D25-DAAF-F33B98DFD267}"/>
              </a:ext>
            </a:extLst>
          </p:cNvPr>
          <p:cNvPicPr>
            <a:picLocks noChangeAspect="1"/>
          </p:cNvPicPr>
          <p:nvPr/>
        </p:nvPicPr>
        <p:blipFill>
          <a:blip r:embed="rId3"/>
          <a:stretch>
            <a:fillRect/>
          </a:stretch>
        </p:blipFill>
        <p:spPr>
          <a:xfrm>
            <a:off x="7154623" y="5236968"/>
            <a:ext cx="2370314" cy="1408006"/>
          </a:xfrm>
          <a:prstGeom prst="rect">
            <a:avLst/>
          </a:prstGeom>
        </p:spPr>
      </p:pic>
      <p:pic>
        <p:nvPicPr>
          <p:cNvPr id="7" name="Picture 6">
            <a:extLst>
              <a:ext uri="{FF2B5EF4-FFF2-40B4-BE49-F238E27FC236}">
                <a16:creationId xmlns:a16="http://schemas.microsoft.com/office/drawing/2014/main" id="{DDF506CC-8826-29A9-82BF-D059468DEEBE}"/>
              </a:ext>
            </a:extLst>
          </p:cNvPr>
          <p:cNvPicPr>
            <a:picLocks noChangeAspect="1"/>
          </p:cNvPicPr>
          <p:nvPr/>
        </p:nvPicPr>
        <p:blipFill>
          <a:blip r:embed="rId4"/>
          <a:srcRect/>
          <a:stretch/>
        </p:blipFill>
        <p:spPr>
          <a:xfrm>
            <a:off x="5959212" y="322320"/>
            <a:ext cx="4586445" cy="4586445"/>
          </a:xfrm>
          <a:prstGeom prst="rect">
            <a:avLst/>
          </a:prstGeom>
        </p:spPr>
      </p:pic>
      <p:grpSp>
        <p:nvGrpSpPr>
          <p:cNvPr id="6" name="Group 5">
            <a:extLst>
              <a:ext uri="{FF2B5EF4-FFF2-40B4-BE49-F238E27FC236}">
                <a16:creationId xmlns:a16="http://schemas.microsoft.com/office/drawing/2014/main" id="{0207E5DC-B14B-71CF-B09E-3E28E0E48EBB}"/>
              </a:ext>
            </a:extLst>
          </p:cNvPr>
          <p:cNvGrpSpPr/>
          <p:nvPr/>
        </p:nvGrpSpPr>
        <p:grpSpPr>
          <a:xfrm>
            <a:off x="176169" y="2038657"/>
            <a:ext cx="5748902" cy="1815882"/>
            <a:chOff x="176169" y="2038657"/>
            <a:chExt cx="5748902" cy="1815882"/>
          </a:xfrm>
        </p:grpSpPr>
        <p:sp>
          <p:nvSpPr>
            <p:cNvPr id="2" name="Arrow: Right 1">
              <a:extLst>
                <a:ext uri="{FF2B5EF4-FFF2-40B4-BE49-F238E27FC236}">
                  <a16:creationId xmlns:a16="http://schemas.microsoft.com/office/drawing/2014/main" id="{6314E9AF-5B87-DC13-7B6F-764DA070A24F}"/>
                </a:ext>
              </a:extLst>
            </p:cNvPr>
            <p:cNvSpPr/>
            <p:nvPr/>
          </p:nvSpPr>
          <p:spPr>
            <a:xfrm>
              <a:off x="3251044" y="2911015"/>
              <a:ext cx="2674027" cy="734037"/>
            </a:xfrm>
            <a:prstGeom prst="rightArrow">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BB2D4C7-BE77-5271-A411-BCBBFA30E2C7}"/>
                </a:ext>
              </a:extLst>
            </p:cNvPr>
            <p:cNvSpPr txBox="1"/>
            <p:nvPr/>
          </p:nvSpPr>
          <p:spPr>
            <a:xfrm>
              <a:off x="176169" y="2038657"/>
              <a:ext cx="5470593" cy="1815882"/>
            </a:xfrm>
            <a:prstGeom prst="rect">
              <a:avLst/>
            </a:prstGeom>
            <a:noFill/>
          </p:spPr>
          <p:txBody>
            <a:bodyPr wrap="square" rtlCol="0">
              <a:spAutoFit/>
            </a:bodyPr>
            <a:lstStyle/>
            <a:p>
              <a:r>
                <a:rPr lang="en-US" sz="2800" b="1" dirty="0">
                  <a:solidFill>
                    <a:schemeClr val="tx2"/>
                  </a:solidFill>
                  <a:latin typeface="Ink Free" panose="03080402000500000000" pitchFamily="66" charset="0"/>
                  <a:cs typeface="Dreaming Outloud Pro" panose="020F0502020204030204" pitchFamily="66" charset="0"/>
                </a:rPr>
                <a:t>Scan me to go to my </a:t>
              </a:r>
              <a:r>
                <a:rPr lang="en-US" sz="2800" b="1" dirty="0" err="1">
                  <a:solidFill>
                    <a:schemeClr val="tx2"/>
                  </a:solidFill>
                  <a:latin typeface="Ink Free" panose="03080402000500000000" pitchFamily="66" charset="0"/>
                  <a:cs typeface="Dreaming Outloud Pro" panose="020F0502020204030204" pitchFamily="66" charset="0"/>
                </a:rPr>
                <a:t>Github</a:t>
              </a:r>
              <a:r>
                <a:rPr lang="en-US" sz="2800" b="1" dirty="0">
                  <a:solidFill>
                    <a:schemeClr val="tx2"/>
                  </a:solidFill>
                  <a:latin typeface="Ink Free" panose="03080402000500000000" pitchFamily="66" charset="0"/>
                  <a:cs typeface="Dreaming Outloud Pro" panose="020F0502020204030204" pitchFamily="66" charset="0"/>
                </a:rPr>
                <a:t> for access to some of the tools we’ve discussed today!</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fill="hold" nodeType="withEffect">
                                  <p:stCondLst>
                                    <p:cond delay="1000"/>
                                  </p:stCondLst>
                                  <p:childTnLst>
                                    <p:animRot by="120000">
                                      <p:cBhvr>
                                        <p:cTn id="6" dur="50" fill="hold">
                                          <p:stCondLst>
                                            <p:cond delay="0"/>
                                          </p:stCondLst>
                                        </p:cTn>
                                        <p:tgtEl>
                                          <p:spTgt spid="6"/>
                                        </p:tgtEl>
                                        <p:attrNameLst>
                                          <p:attrName>r</p:attrName>
                                        </p:attrNameLst>
                                      </p:cBhvr>
                                    </p:animRot>
                                    <p:animRot by="-240000">
                                      <p:cBhvr>
                                        <p:cTn id="7" dur="100" fill="hold">
                                          <p:stCondLst>
                                            <p:cond delay="100"/>
                                          </p:stCondLst>
                                        </p:cTn>
                                        <p:tgtEl>
                                          <p:spTgt spid="6"/>
                                        </p:tgtEl>
                                        <p:attrNameLst>
                                          <p:attrName>r</p:attrName>
                                        </p:attrNameLst>
                                      </p:cBhvr>
                                    </p:animRot>
                                    <p:animRot by="240000">
                                      <p:cBhvr>
                                        <p:cTn id="8" dur="100" fill="hold">
                                          <p:stCondLst>
                                            <p:cond delay="200"/>
                                          </p:stCondLst>
                                        </p:cTn>
                                        <p:tgtEl>
                                          <p:spTgt spid="6"/>
                                        </p:tgtEl>
                                        <p:attrNameLst>
                                          <p:attrName>r</p:attrName>
                                        </p:attrNameLst>
                                      </p:cBhvr>
                                    </p:animRot>
                                    <p:animRot by="-240000">
                                      <p:cBhvr>
                                        <p:cTn id="9" dur="100" fill="hold">
                                          <p:stCondLst>
                                            <p:cond delay="300"/>
                                          </p:stCondLst>
                                        </p:cTn>
                                        <p:tgtEl>
                                          <p:spTgt spid="6"/>
                                        </p:tgtEl>
                                        <p:attrNameLst>
                                          <p:attrName>r</p:attrName>
                                        </p:attrNameLst>
                                      </p:cBhvr>
                                    </p:animRot>
                                    <p:animRot by="120000">
                                      <p:cBhvr>
                                        <p:cTn id="10" dur="100" fill="hold">
                                          <p:stCondLst>
                                            <p:cond delay="400"/>
                                          </p:stCondLst>
                                        </p:cTn>
                                        <p:tgtEl>
                                          <p:spTgt spid="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7" name="Google Shape;187;p11" descr="A group of men standing in front of a sign&#10;&#10;AI-generated content may be incorrect."/>
          <p:cNvPicPr preferRelativeResize="0">
            <a:picLocks noGrp="1"/>
          </p:cNvPicPr>
          <p:nvPr>
            <p:ph type="pic" idx="2"/>
          </p:nvPr>
        </p:nvPicPr>
        <p:blipFill rotWithShape="1">
          <a:blip r:embed="rId3">
            <a:alphaModFix/>
          </a:blip>
          <a:srcRect l="21050" r="21050"/>
          <a:stretch/>
        </p:blipFill>
        <p:spPr>
          <a:xfrm>
            <a:off x="6238063" y="0"/>
            <a:ext cx="5952350" cy="6858000"/>
          </a:xfrm>
          <a:prstGeom prst="rect">
            <a:avLst/>
          </a:prstGeom>
          <a:noFill/>
          <a:ln>
            <a:noFill/>
          </a:ln>
        </p:spPr>
      </p:pic>
      <p:sp>
        <p:nvSpPr>
          <p:cNvPr id="188" name="Google Shape;188;p11"/>
          <p:cNvSpPr txBox="1">
            <a:spLocks noGrp="1"/>
          </p:cNvSpPr>
          <p:nvPr>
            <p:ph type="ctrTitle"/>
          </p:nvPr>
        </p:nvSpPr>
        <p:spPr>
          <a:xfrm>
            <a:off x="676187" y="3579966"/>
            <a:ext cx="4726406" cy="999177"/>
          </a:xfrm>
          <a:prstGeom prst="rect">
            <a:avLst/>
          </a:prstGeom>
          <a:noFill/>
          <a:ln>
            <a:noFill/>
          </a:ln>
          <a:effectLst>
            <a:outerShdw blurRad="50800" dist="38100" dir="2700000" algn="tl" rotWithShape="0">
              <a:srgbClr val="000000">
                <a:alpha val="40000"/>
              </a:srgbClr>
            </a:outerShdw>
          </a:effectLst>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4800"/>
              <a:buFont typeface="Libre Franklin Medium"/>
              <a:buNone/>
            </a:pPr>
            <a:r>
              <a:rPr lang="en-US"/>
              <a:t>Thank you!</a:t>
            </a:r>
            <a:endParaRPr/>
          </a:p>
        </p:txBody>
      </p:sp>
      <p:sp>
        <p:nvSpPr>
          <p:cNvPr id="186" name="Google Shape;186;p11"/>
          <p:cNvSpPr txBox="1">
            <a:spLocks noGrp="1"/>
          </p:cNvSpPr>
          <p:nvPr>
            <p:ph type="subTitle" idx="1"/>
          </p:nvPr>
        </p:nvSpPr>
        <p:spPr>
          <a:xfrm>
            <a:off x="676188" y="4816577"/>
            <a:ext cx="6781748" cy="1228086"/>
          </a:xfrm>
          <a:prstGeom prst="rect">
            <a:avLst/>
          </a:prstGeom>
          <a:noFill/>
          <a:ln>
            <a:noFill/>
          </a:ln>
        </p:spPr>
        <p:txBody>
          <a:bodyPr spcFirstLastPara="1" wrap="square" lIns="91425" tIns="45700" rIns="91425" bIns="45700" anchor="t" anchorCtr="0">
            <a:normAutofit fontScale="92500"/>
          </a:bodyPr>
          <a:lstStyle/>
          <a:p>
            <a:pPr marL="0" lvl="0" indent="0" algn="l" rtl="0">
              <a:lnSpc>
                <a:spcPct val="90000"/>
              </a:lnSpc>
              <a:spcBef>
                <a:spcPts val="0"/>
              </a:spcBef>
              <a:spcAft>
                <a:spcPts val="0"/>
              </a:spcAft>
              <a:buClr>
                <a:schemeClr val="lt1"/>
              </a:buClr>
              <a:buSzPts val="2400"/>
              <a:buNone/>
            </a:pPr>
            <a:r>
              <a:rPr lang="en-US" dirty="0"/>
              <a:t>Jason Bondioli</a:t>
            </a:r>
          </a:p>
          <a:p>
            <a:pPr marL="0" lvl="0" indent="0" algn="l" rtl="0">
              <a:lnSpc>
                <a:spcPct val="90000"/>
              </a:lnSpc>
              <a:spcBef>
                <a:spcPts val="0"/>
              </a:spcBef>
              <a:spcAft>
                <a:spcPts val="0"/>
              </a:spcAft>
              <a:buClr>
                <a:schemeClr val="lt1"/>
              </a:buClr>
              <a:buSzPts val="2400"/>
              <a:buNone/>
            </a:pPr>
            <a:r>
              <a:rPr lang="en-US" dirty="0"/>
              <a:t>Bennett Services, LLC</a:t>
            </a:r>
          </a:p>
          <a:p>
            <a:pPr marL="0" lvl="0" indent="0">
              <a:spcBef>
                <a:spcPts val="0"/>
              </a:spcBef>
            </a:pPr>
            <a:r>
              <a:rPr lang="en-US" dirty="0"/>
              <a:t>https://www.bennettservicesllc.com/services.html</a:t>
            </a:r>
            <a:endParaRPr dirty="0"/>
          </a:p>
          <a:p>
            <a:pPr marL="0" lvl="0" indent="0" algn="l" rtl="0">
              <a:lnSpc>
                <a:spcPct val="90000"/>
              </a:lnSpc>
              <a:spcBef>
                <a:spcPts val="1000"/>
              </a:spcBef>
              <a:spcAft>
                <a:spcPts val="0"/>
              </a:spcAft>
              <a:buClr>
                <a:schemeClr val="lt1"/>
              </a:buClr>
              <a:buSzPts val="2400"/>
              <a:buNone/>
            </a:pPr>
            <a:endParaRPr dirty="0"/>
          </a:p>
        </p:txBody>
      </p:sp>
    </p:spTree>
  </p:cSld>
  <p:clrMapOvr>
    <a:masterClrMapping/>
  </p:clrMapOvr>
</p:sld>
</file>

<file path=ppt/theme/theme1.xml><?xml version="1.0" encoding="utf-8"?>
<a:theme xmlns:a="http://schemas.openxmlformats.org/drawingml/2006/main" name="TItle Slide - Build Forward">
  <a:themeElements>
    <a:clrScheme name="SDS2 Summit">
      <a:dk1>
        <a:srgbClr val="262626"/>
      </a:dk1>
      <a:lt1>
        <a:srgbClr val="FFFFFF"/>
      </a:lt1>
      <a:dk2>
        <a:srgbClr val="14086E"/>
      </a:dk2>
      <a:lt2>
        <a:srgbClr val="E7E6E6"/>
      </a:lt2>
      <a:accent1>
        <a:srgbClr val="0060FF"/>
      </a:accent1>
      <a:accent2>
        <a:srgbClr val="34BAEA"/>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Inner Slides">
  <a:themeElements>
    <a:clrScheme name="Custom 2">
      <a:dk1>
        <a:srgbClr val="3A3838"/>
      </a:dk1>
      <a:lt1>
        <a:srgbClr val="FFFFFF"/>
      </a:lt1>
      <a:dk2>
        <a:srgbClr val="002FAB"/>
      </a:dk2>
      <a:lt2>
        <a:srgbClr val="FFFFFF"/>
      </a:lt2>
      <a:accent1>
        <a:srgbClr val="0066CC"/>
      </a:accent1>
      <a:accent2>
        <a:srgbClr val="0066CC"/>
      </a:accent2>
      <a:accent3>
        <a:srgbClr val="0066CC"/>
      </a:accent3>
      <a:accent4>
        <a:srgbClr val="3598F8"/>
      </a:accent4>
      <a:accent5>
        <a:srgbClr val="3BD9F0"/>
      </a:accent5>
      <a:accent6>
        <a:srgbClr val="CE2EDB"/>
      </a:accent6>
      <a:hlink>
        <a:srgbClr val="3BD9F0"/>
      </a:hlink>
      <a:folHlink>
        <a:srgbClr val="3598F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ank You - Build Forward">
  <a:themeElements>
    <a:clrScheme name="SDS2 Summit">
      <a:dk1>
        <a:srgbClr val="262626"/>
      </a:dk1>
      <a:lt1>
        <a:srgbClr val="FFFFFF"/>
      </a:lt1>
      <a:dk2>
        <a:srgbClr val="14086E"/>
      </a:dk2>
      <a:lt2>
        <a:srgbClr val="E7E6E6"/>
      </a:lt2>
      <a:accent1>
        <a:srgbClr val="0060FF"/>
      </a:accent1>
      <a:accent2>
        <a:srgbClr val="34BAEA"/>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Larissa">
  <a:themeElements>
    <a:clrScheme name="Larissa">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31714BD7B1ABE41A896B1A0CE0718ED" ma:contentTypeVersion="4" ma:contentTypeDescription="Create a new document." ma:contentTypeScope="" ma:versionID="870aac1893395699333c1b1b361bed86">
  <xsd:schema xmlns:xsd="http://www.w3.org/2001/XMLSchema" xmlns:xs="http://www.w3.org/2001/XMLSchema" xmlns:p="http://schemas.microsoft.com/office/2006/metadata/properties" xmlns:ns2="2589a38b-5412-48d1-bb8f-1dcb4cd725e8" xmlns:ns3="46244ba5-6f67-45c3-8fb2-9aa65defeb2e" xmlns:ns4="a5c63a5e-45fa-460c-b047-7284fa18b9a3" xmlns:ns5="717bfe14-c5cb-49f2-932e-d72e86edcdff" targetNamespace="http://schemas.microsoft.com/office/2006/metadata/properties" ma:root="true" ma:fieldsID="919cca0cabc4a2e7690a1c9698abf272" ns2:_="" ns3:_="" ns4:_="" ns5:_="">
    <xsd:import namespace="2589a38b-5412-48d1-bb8f-1dcb4cd725e8"/>
    <xsd:import namespace="46244ba5-6f67-45c3-8fb2-9aa65defeb2e"/>
    <xsd:import namespace="a5c63a5e-45fa-460c-b047-7284fa18b9a3"/>
    <xsd:import namespace="717bfe14-c5cb-49f2-932e-d72e86edcdf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LengthInSeconds" minOccurs="0"/>
                <xsd:element ref="ns2:MediaServiceObjectDetectorVersions" minOccurs="0"/>
                <xsd:element ref="ns2:MediaServiceSearchProperties" minOccurs="0"/>
                <xsd:element ref="ns2:MediaServiceBillingMetadata" minOccurs="0"/>
                <xsd:element ref="ns4:lcf76f155ced4ddcb4097134ff3c332f" minOccurs="0"/>
                <xsd:element ref="ns5: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89a38b-5412-48d1-bb8f-1dcb4cd725e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6244ba5-6f67-45c3-8fb2-9aa65defeb2e"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5c63a5e-45fa-460c-b047-7284fa18b9a3" elementFormDefault="qualified">
    <xsd:import namespace="http://schemas.microsoft.com/office/2006/documentManagement/types"/>
    <xsd:import namespace="http://schemas.microsoft.com/office/infopath/2007/PartnerControls"/>
    <xsd:element name="lcf76f155ced4ddcb4097134ff3c332f" ma:index="25" nillable="true" ma:taxonomy="true" ma:internalName="lcf76f155ced4ddcb4097134ff3c332f0" ma:taxonomyFieldName="MediaServiceImageTags" ma:displayName="Image Tags" ma:readOnly="false" ma:fieldId="{5cf76f15-5ced-4ddc-b409-7134ff3c332f}" ma:taxonomyMulti="true" ma:sspId="d53f61b2-3138-4fc0-97f4-3f76d0b2587c"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717bfe14-c5cb-49f2-932e-d72e86edcdff" elementFormDefault="qualified">
    <xsd:import namespace="http://schemas.microsoft.com/office/2006/documentManagement/types"/>
    <xsd:import namespace="http://schemas.microsoft.com/office/infopath/2007/PartnerControls"/>
    <xsd:element name="TaxCatchAll" ma:index="26" nillable="true" ma:displayName="Taxonomy Catch All Column" ma:hidden="true" ma:list="{b115d6c3-b116-436d-a6a0-102d42540490}" ma:internalName="TaxCatchAll" ma:showField="CatchAllData" ma:web="717bfe14-c5cb-49f2-932e-d72e86edcdf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717bfe14-c5cb-49f2-932e-d72e86edcdff" xsi:nil="true"/>
    <lcf76f155ced4ddcb4097134ff3c332f xmlns="a5c63a5e-45fa-460c-b047-7284fa18b9a3">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BBCFA27-CE7E-4C2A-8132-FDD95FF9623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589a38b-5412-48d1-bb8f-1dcb4cd725e8"/>
    <ds:schemaRef ds:uri="46244ba5-6f67-45c3-8fb2-9aa65defeb2e"/>
    <ds:schemaRef ds:uri="a5c63a5e-45fa-460c-b047-7284fa18b9a3"/>
    <ds:schemaRef ds:uri="717bfe14-c5cb-49f2-932e-d72e86edcdf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48A60DF-C1F1-4E91-87B2-9FF8E6199DB2}">
  <ds:schemaRefs>
    <ds:schemaRef ds:uri="http://schemas.microsoft.com/office/2006/metadata/properties"/>
    <ds:schemaRef ds:uri="http://schemas.microsoft.com/office/infopath/2007/PartnerControls"/>
    <ds:schemaRef ds:uri="717bfe14-c5cb-49f2-932e-d72e86edcdff"/>
    <ds:schemaRef ds:uri="a5c63a5e-45fa-460c-b047-7284fa18b9a3"/>
  </ds:schemaRefs>
</ds:datastoreItem>
</file>

<file path=customXml/itemProps3.xml><?xml version="1.0" encoding="utf-8"?>
<ds:datastoreItem xmlns:ds="http://schemas.openxmlformats.org/officeDocument/2006/customXml" ds:itemID="{168295DC-4662-4E72-A63A-6D621F7990D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8737</TotalTime>
  <Words>1939</Words>
  <Application>Microsoft Office PowerPoint</Application>
  <PresentationFormat>Custom</PresentationFormat>
  <Paragraphs>156</Paragraphs>
  <Slides>18</Slides>
  <Notes>18</Notes>
  <HiddenSlides>0</HiddenSlides>
  <MMClips>1</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18</vt:i4>
      </vt:variant>
    </vt:vector>
  </HeadingPairs>
  <TitlesOfParts>
    <vt:vector size="27" baseType="lpstr">
      <vt:lpstr>Arial</vt:lpstr>
      <vt:lpstr>Roboto Medium</vt:lpstr>
      <vt:lpstr>Libre Franklin Medium</vt:lpstr>
      <vt:lpstr>Calibri</vt:lpstr>
      <vt:lpstr>Ink Free</vt:lpstr>
      <vt:lpstr>Libre Franklin</vt:lpstr>
      <vt:lpstr>TItle Slide - Build Forward</vt:lpstr>
      <vt:lpstr>Inner Slides</vt:lpstr>
      <vt:lpstr>Thank You - Build Forward</vt:lpstr>
      <vt:lpstr>Build Smarter with AI: Creating SDS2 Parametrics and Applications Using the .NET API</vt:lpstr>
      <vt:lpstr>PowerPoint Presentation</vt:lpstr>
      <vt:lpstr>Why am I here?</vt:lpstr>
      <vt:lpstr>What’s the plan?</vt:lpstr>
      <vt:lpstr>Why am I not here to do?</vt:lpstr>
      <vt:lpstr>Why should I use AI with SDS2?</vt:lpstr>
      <vt:lpstr>Useful terminology</vt:lpstr>
      <vt:lpstr>Parametric, Component, Custom Member – what’s the difference?</vt:lpstr>
      <vt:lpstr>Develop a plan</vt:lpstr>
      <vt:lpstr>REMEMBER!</vt:lpstr>
      <vt:lpstr>PowerPoint Presentation</vt:lpstr>
      <vt:lpstr>What tools do I need? How much is this going to cost?</vt:lpstr>
      <vt:lpstr>Prompting Tips</vt:lpstr>
      <vt:lpstr>Plugins</vt:lpstr>
      <vt:lpstr>Errors</vt:lpstr>
      <vt:lpstr>Final Thoughts…</vt:lpstr>
      <vt:lpstr>Thank you!</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Tetzlaff, Achim</dc:creator>
  <cp:lastModifiedBy>Jason Bondioli</cp:lastModifiedBy>
  <cp:revision>20</cp:revision>
  <dcterms:created xsi:type="dcterms:W3CDTF">2017-03-23T07:54:17Z</dcterms:created>
  <dcterms:modified xsi:type="dcterms:W3CDTF">2026-09-24T20:03:17Z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0x010100F31714BD7B1ABE41A896B1A0CE0718ED</vt:lpwstr>
  </property>
  <property fmtid="{D5CDD505-2E9C-101B-9397-08002B2CF9AE}" pid="3" name="MediaServiceImageTags">
    <vt:lpwstr/>
  </property>
  <property fmtid="{D5CDD505-2E9C-101B-9397-08002B2CF9AE}" pid="4" name="MSIP_Label_defa4170-0d19-0005-0004-bc88714345d2_Enabled">
    <vt:lpwstr>true</vt:lpwstr>
  </property>
  <property fmtid="{D5CDD505-2E9C-101B-9397-08002B2CF9AE}" pid="5" name="MSIP_Label_defa4170-0d19-0005-0004-bc88714345d2_SetDate">
    <vt:lpwstr>2026-06-29T18:29:21Z</vt:lpwstr>
  </property>
  <property fmtid="{D5CDD505-2E9C-101B-9397-08002B2CF9AE}" pid="6" name="MSIP_Label_defa4170-0d19-0005-0004-bc88714345d2_Method">
    <vt:lpwstr>Standard</vt:lpwstr>
  </property>
  <property fmtid="{D5CDD505-2E9C-101B-9397-08002B2CF9AE}" pid="7" name="MSIP_Label_defa4170-0d19-0005-0004-bc88714345d2_Name">
    <vt:lpwstr>defa4170-0d19-0005-0004-bc88714345d2</vt:lpwstr>
  </property>
  <property fmtid="{D5CDD505-2E9C-101B-9397-08002B2CF9AE}" pid="8" name="MSIP_Label_defa4170-0d19-0005-0004-bc88714345d2_SiteId">
    <vt:lpwstr>8d2dfa3b-012d-4963-bacb-9c4f47a8cf6a</vt:lpwstr>
  </property>
  <property fmtid="{D5CDD505-2E9C-101B-9397-08002B2CF9AE}" pid="9" name="MSIP_Label_defa4170-0d19-0005-0004-bc88714345d2_ActionId">
    <vt:lpwstr>63df024a-11b1-4275-950c-2c4c42f53bd0</vt:lpwstr>
  </property>
  <property fmtid="{D5CDD505-2E9C-101B-9397-08002B2CF9AE}" pid="10" name="MSIP_Label_defa4170-0d19-0005-0004-bc88714345d2_ContentBits">
    <vt:lpwstr>0</vt:lpwstr>
  </property>
  <property fmtid="{D5CDD505-2E9C-101B-9397-08002B2CF9AE}" pid="11" name="MSIP_Label_defa4170-0d19-0005-0004-bc88714345d2_Tag">
    <vt:lpwstr>10, 3, 0, 1</vt:lpwstr>
  </property>
</Properties>
</file>